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2" r:id="rId4"/>
  </p:sldMasterIdLst>
  <p:notesMasterIdLst>
    <p:notesMasterId r:id="rId8"/>
  </p:notesMasterIdLst>
  <p:handoutMasterIdLst>
    <p:handoutMasterId r:id="rId9"/>
  </p:handoutMasterIdLst>
  <p:sldIdLst>
    <p:sldId id="1203" r:id="rId5"/>
    <p:sldId id="2147376612" r:id="rId6"/>
    <p:sldId id="285" r:id="rId7"/>
  </p:sldIdLst>
  <p:sldSz cx="9144000" cy="5143500" type="screen16x9"/>
  <p:notesSz cx="7099300" cy="10234613"/>
  <p:defaultTextStyle>
    <a:defPPr>
      <a:defRPr lang="zh-TW"/>
    </a:defPPr>
    <a:lvl1pPr algn="l" rtl="0" fontAlgn="base">
      <a:spcBef>
        <a:spcPct val="0"/>
      </a:spcBef>
      <a:spcAft>
        <a:spcPct val="0"/>
      </a:spcAft>
      <a:defRPr kumimoji="1" kern="1200">
        <a:solidFill>
          <a:schemeClr val="tx1"/>
        </a:solidFill>
        <a:latin typeface="Arial" charset="0"/>
        <a:ea typeface="新細明體" charset="-120"/>
        <a:cs typeface="+mn-cs"/>
      </a:defRPr>
    </a:lvl1pPr>
    <a:lvl2pPr marL="457200" algn="l" rtl="0" fontAlgn="base">
      <a:spcBef>
        <a:spcPct val="0"/>
      </a:spcBef>
      <a:spcAft>
        <a:spcPct val="0"/>
      </a:spcAft>
      <a:defRPr kumimoji="1" kern="1200">
        <a:solidFill>
          <a:schemeClr val="tx1"/>
        </a:solidFill>
        <a:latin typeface="Arial" charset="0"/>
        <a:ea typeface="新細明體" charset="-120"/>
        <a:cs typeface="+mn-cs"/>
      </a:defRPr>
    </a:lvl2pPr>
    <a:lvl3pPr marL="914400" algn="l" rtl="0" fontAlgn="base">
      <a:spcBef>
        <a:spcPct val="0"/>
      </a:spcBef>
      <a:spcAft>
        <a:spcPct val="0"/>
      </a:spcAft>
      <a:defRPr kumimoji="1" kern="1200">
        <a:solidFill>
          <a:schemeClr val="tx1"/>
        </a:solidFill>
        <a:latin typeface="Arial" charset="0"/>
        <a:ea typeface="新細明體" charset="-120"/>
        <a:cs typeface="+mn-cs"/>
      </a:defRPr>
    </a:lvl3pPr>
    <a:lvl4pPr marL="1371600" algn="l" rtl="0" fontAlgn="base">
      <a:spcBef>
        <a:spcPct val="0"/>
      </a:spcBef>
      <a:spcAft>
        <a:spcPct val="0"/>
      </a:spcAft>
      <a:defRPr kumimoji="1" kern="1200">
        <a:solidFill>
          <a:schemeClr val="tx1"/>
        </a:solidFill>
        <a:latin typeface="Arial" charset="0"/>
        <a:ea typeface="新細明體" charset="-120"/>
        <a:cs typeface="+mn-cs"/>
      </a:defRPr>
    </a:lvl4pPr>
    <a:lvl5pPr marL="1828800" algn="l" rtl="0" fontAlgn="base">
      <a:spcBef>
        <a:spcPct val="0"/>
      </a:spcBef>
      <a:spcAft>
        <a:spcPct val="0"/>
      </a:spcAft>
      <a:defRPr kumimoji="1" kern="1200">
        <a:solidFill>
          <a:schemeClr val="tx1"/>
        </a:solidFill>
        <a:latin typeface="Arial" charset="0"/>
        <a:ea typeface="新細明體" charset="-120"/>
        <a:cs typeface="+mn-cs"/>
      </a:defRPr>
    </a:lvl5pPr>
    <a:lvl6pPr marL="2286000" algn="l" defTabSz="914400" rtl="0" eaLnBrk="1" latinLnBrk="0" hangingPunct="1">
      <a:defRPr kumimoji="1" kern="1200">
        <a:solidFill>
          <a:schemeClr val="tx1"/>
        </a:solidFill>
        <a:latin typeface="Arial" charset="0"/>
        <a:ea typeface="新細明體" charset="-120"/>
        <a:cs typeface="+mn-cs"/>
      </a:defRPr>
    </a:lvl6pPr>
    <a:lvl7pPr marL="2743200" algn="l" defTabSz="914400" rtl="0" eaLnBrk="1" latinLnBrk="0" hangingPunct="1">
      <a:defRPr kumimoji="1" kern="1200">
        <a:solidFill>
          <a:schemeClr val="tx1"/>
        </a:solidFill>
        <a:latin typeface="Arial" charset="0"/>
        <a:ea typeface="新細明體" charset="-120"/>
        <a:cs typeface="+mn-cs"/>
      </a:defRPr>
    </a:lvl7pPr>
    <a:lvl8pPr marL="3200400" algn="l" defTabSz="914400" rtl="0" eaLnBrk="1" latinLnBrk="0" hangingPunct="1">
      <a:defRPr kumimoji="1" kern="1200">
        <a:solidFill>
          <a:schemeClr val="tx1"/>
        </a:solidFill>
        <a:latin typeface="Arial" charset="0"/>
        <a:ea typeface="新細明體" charset="-120"/>
        <a:cs typeface="+mn-cs"/>
      </a:defRPr>
    </a:lvl8pPr>
    <a:lvl9pPr marL="3657600" algn="l" defTabSz="914400" rtl="0" eaLnBrk="1" latinLnBrk="0" hangingPunct="1">
      <a:defRPr kumimoji="1" kern="1200">
        <a:solidFill>
          <a:schemeClr val="tx1"/>
        </a:solidFill>
        <a:latin typeface="Arial" charset="0"/>
        <a:ea typeface="新細明體" charset="-120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224">
          <p15:clr>
            <a:srgbClr val="A4A3A4"/>
          </p15:clr>
        </p15:guide>
        <p15:guide id="2" pos="2236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clrMru>
    <a:srgbClr val="55BE37"/>
    <a:srgbClr val="132270"/>
    <a:srgbClr val="0C1A29"/>
    <a:srgbClr val="5B6E8A"/>
    <a:srgbClr val="0B71B6"/>
    <a:srgbClr val="E7F3F4"/>
    <a:srgbClr val="8ECD52"/>
    <a:srgbClr val="5799A7"/>
    <a:srgbClr val="E0E0F5"/>
    <a:srgbClr val="A1BFD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8EC20E35-A176-4012-BC5E-935CFFF8708E}" styleName="中等深淺樣式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5940675A-B579-460E-94D1-54222C63F5DA}" styleName="無樣式、表格格線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845" autoAdjust="0"/>
    <p:restoredTop sz="95903" autoAdjust="0"/>
  </p:normalViewPr>
  <p:slideViewPr>
    <p:cSldViewPr>
      <p:cViewPr varScale="1">
        <p:scale>
          <a:sx n="78" d="100"/>
          <a:sy n="78" d="100"/>
        </p:scale>
        <p:origin x="1008" y="40"/>
      </p:cViewPr>
      <p:guideLst>
        <p:guide orient="horz" pos="162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>
      <p:cViewPr varScale="1">
        <p:scale>
          <a:sx n="86" d="100"/>
          <a:sy n="86" d="100"/>
        </p:scale>
        <p:origin x="4504" y="232"/>
      </p:cViewPr>
      <p:guideLst>
        <p:guide orient="horz" pos="3224"/>
        <p:guide pos="2236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13" Type="http://schemas.openxmlformats.org/officeDocument/2006/relationships/tableStyles" Target="tableStyle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theme" Target="theme/theme1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viewProps" Target="viewProps.xml"/><Relationship Id="rId5" Type="http://schemas.openxmlformats.org/officeDocument/2006/relationships/slide" Target="slides/slide1.xml"/><Relationship Id="rId10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06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76575" cy="51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9048" tIns="49524" rIns="99048" bIns="49524" numCol="1" anchor="t" anchorCtr="0" compatLnSpc="1">
            <a:prstTxWarp prst="textNoShape">
              <a:avLst/>
            </a:prstTxWarp>
          </a:bodyPr>
          <a:lstStyle>
            <a:lvl1pPr eaLnBrk="1" hangingPunct="1">
              <a:defRPr kumimoji="1" sz="1300">
                <a:latin typeface="Arial" charset="0"/>
                <a:ea typeface="新細明體" charset="-120"/>
              </a:defRPr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47107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4021138" y="0"/>
            <a:ext cx="3076575" cy="51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9048" tIns="49524" rIns="99048" bIns="49524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kumimoji="1" sz="1300">
                <a:latin typeface="Arial" charset="0"/>
                <a:ea typeface="新細明體" charset="-120"/>
              </a:defRPr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47108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721850"/>
            <a:ext cx="3076575" cy="51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9048" tIns="49524" rIns="99048" bIns="49524" numCol="1" anchor="b" anchorCtr="0" compatLnSpc="1">
            <a:prstTxWarp prst="textNoShape">
              <a:avLst/>
            </a:prstTxWarp>
          </a:bodyPr>
          <a:lstStyle>
            <a:lvl1pPr eaLnBrk="1" hangingPunct="1">
              <a:defRPr kumimoji="1" sz="1300">
                <a:latin typeface="Arial" charset="0"/>
                <a:ea typeface="新細明體" charset="-120"/>
              </a:defRPr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47109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4021138" y="9721850"/>
            <a:ext cx="3076575" cy="51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9048" tIns="49524" rIns="99048" bIns="49524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kumimoji="1" sz="1300">
                <a:latin typeface="Arial" charset="0"/>
                <a:ea typeface="新細明體" charset="-120"/>
              </a:defRPr>
            </a:lvl1pPr>
          </a:lstStyle>
          <a:p>
            <a:pPr>
              <a:defRPr/>
            </a:pPr>
            <a:fld id="{AF85DFC1-A479-4D08-9122-DC0D7286DBC1}" type="slidenum">
              <a:rPr lang="en-US" altLang="zh-TW"/>
              <a:pPr>
                <a:defRPr/>
              </a:pPr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3675296802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3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76575" cy="51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9048" tIns="49524" rIns="99048" bIns="49524" numCol="1" anchor="t" anchorCtr="0" compatLnSpc="1">
            <a:prstTxWarp prst="textNoShape">
              <a:avLst/>
            </a:prstTxWarp>
          </a:bodyPr>
          <a:lstStyle>
            <a:lvl1pPr eaLnBrk="1" hangingPunct="1">
              <a:defRPr kumimoji="1" sz="1300">
                <a:latin typeface="Arial" charset="0"/>
                <a:ea typeface="新細明體" charset="-120"/>
              </a:defRPr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44035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4021138" y="0"/>
            <a:ext cx="3076575" cy="51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9048" tIns="49524" rIns="99048" bIns="49524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kumimoji="1" sz="1300">
                <a:latin typeface="Arial" charset="0"/>
                <a:ea typeface="新細明體" charset="-120"/>
              </a:defRPr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36868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139700" y="768350"/>
            <a:ext cx="6819900" cy="3836988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44037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709613" y="4860925"/>
            <a:ext cx="5680075" cy="46053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9048" tIns="49524" rIns="99048" bIns="49524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zh-TW" noProof="0"/>
              <a:t>Click to edit Master text styles</a:t>
            </a:r>
          </a:p>
          <a:p>
            <a:pPr lvl="1"/>
            <a:r>
              <a:rPr lang="en-US" altLang="zh-TW" noProof="0"/>
              <a:t>Second level</a:t>
            </a:r>
          </a:p>
          <a:p>
            <a:pPr lvl="2"/>
            <a:r>
              <a:rPr lang="en-US" altLang="zh-TW" noProof="0"/>
              <a:t>Third level</a:t>
            </a:r>
          </a:p>
          <a:p>
            <a:pPr lvl="3"/>
            <a:r>
              <a:rPr lang="en-US" altLang="zh-TW" noProof="0"/>
              <a:t>Fourth level</a:t>
            </a:r>
          </a:p>
          <a:p>
            <a:pPr lvl="4"/>
            <a:r>
              <a:rPr lang="en-US" altLang="zh-TW" noProof="0"/>
              <a:t>Fifth level</a:t>
            </a:r>
          </a:p>
        </p:txBody>
      </p:sp>
      <p:sp>
        <p:nvSpPr>
          <p:cNvPr id="44038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9721850"/>
            <a:ext cx="3076575" cy="51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9048" tIns="49524" rIns="99048" bIns="49524" numCol="1" anchor="b" anchorCtr="0" compatLnSpc="1">
            <a:prstTxWarp prst="textNoShape">
              <a:avLst/>
            </a:prstTxWarp>
          </a:bodyPr>
          <a:lstStyle>
            <a:lvl1pPr eaLnBrk="1" hangingPunct="1">
              <a:defRPr kumimoji="1" sz="1300">
                <a:latin typeface="Arial" charset="0"/>
                <a:ea typeface="新細明體" charset="-120"/>
              </a:defRPr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44039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4021138" y="9721850"/>
            <a:ext cx="3076575" cy="51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9048" tIns="49524" rIns="99048" bIns="49524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kumimoji="1" sz="1300">
                <a:latin typeface="Arial" charset="0"/>
                <a:ea typeface="新細明體" charset="-120"/>
              </a:defRPr>
            </a:lvl1pPr>
          </a:lstStyle>
          <a:p>
            <a:pPr>
              <a:defRPr/>
            </a:pPr>
            <a:fld id="{C064BA9D-2804-4B04-94BC-96EB66469833}" type="slidenum">
              <a:rPr lang="en-US" altLang="zh-TW"/>
              <a:pPr>
                <a:defRPr/>
              </a:pPr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1885419124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Arial" charset="0"/>
        <a:ea typeface="新細明體" charset="-120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Arial" charset="0"/>
        <a:ea typeface="新細明體" charset="-120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Arial" charset="0"/>
        <a:ea typeface="新細明體" charset="-120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Arial" charset="0"/>
        <a:ea typeface="新細明體" charset="-120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Arial" charset="0"/>
        <a:ea typeface="新細明體" charset="-120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C064BA9D-2804-4B04-94BC-96EB66469833}" type="slidenum">
              <a:rPr lang="en-US" altLang="zh-TW" smtClean="0"/>
              <a:pPr>
                <a:defRPr/>
              </a:pPr>
              <a:t>2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52113939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jp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圖片 9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17167" y="-18000"/>
            <a:ext cx="9178333" cy="5167801"/>
          </a:xfrm>
          <a:prstGeom prst="rect">
            <a:avLst/>
          </a:prstGeom>
        </p:spPr>
      </p:pic>
      <p:sp>
        <p:nvSpPr>
          <p:cNvPr id="5" name="Rectangle 3">
            <a:extLst>
              <a:ext uri="{FF2B5EF4-FFF2-40B4-BE49-F238E27FC236}">
                <a16:creationId xmlns:a16="http://schemas.microsoft.com/office/drawing/2014/main" id="{15366A66-D756-4C3E-9C11-C0811D1358D1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1603549" y="1733550"/>
            <a:ext cx="7560966" cy="98821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101572" tIns="50786" rIns="101572" bIns="50786" anchor="ctr"/>
          <a:lstStyle>
            <a:lvl1pPr algn="ctr">
              <a:defRPr sz="3800" b="1">
                <a:solidFill>
                  <a:schemeClr val="tx2"/>
                </a:solidFill>
                <a:latin typeface="Helvetica 55 Roman" pitchFamily="34" charset="0"/>
                <a:ea typeface="新細明體" charset="-120"/>
              </a:defRPr>
            </a:lvl1pPr>
            <a:lvl2pPr algn="ctr">
              <a:defRPr sz="3800" b="1">
                <a:solidFill>
                  <a:schemeClr val="tx2"/>
                </a:solidFill>
                <a:latin typeface="Helvetica 55 Roman" pitchFamily="34" charset="0"/>
                <a:ea typeface="新細明體" charset="-120"/>
              </a:defRPr>
            </a:lvl2pPr>
            <a:lvl3pPr algn="ctr">
              <a:defRPr sz="3800" b="1">
                <a:solidFill>
                  <a:schemeClr val="tx2"/>
                </a:solidFill>
                <a:latin typeface="Helvetica 55 Roman" pitchFamily="34" charset="0"/>
                <a:ea typeface="新細明體" charset="-120"/>
              </a:defRPr>
            </a:lvl3pPr>
            <a:lvl4pPr algn="ctr">
              <a:defRPr sz="3800" b="1">
                <a:solidFill>
                  <a:schemeClr val="tx2"/>
                </a:solidFill>
                <a:latin typeface="Helvetica 55 Roman" pitchFamily="34" charset="0"/>
                <a:ea typeface="新細明體" charset="-120"/>
              </a:defRPr>
            </a:lvl4pPr>
            <a:lvl5pPr algn="ctr">
              <a:defRPr sz="3800" b="1">
                <a:solidFill>
                  <a:schemeClr val="tx2"/>
                </a:solidFill>
                <a:latin typeface="Helvetica 55 Roman" pitchFamily="34" charset="0"/>
                <a:ea typeface="新細明體" charset="-120"/>
              </a:defRPr>
            </a:lvl5pPr>
            <a:lvl6pPr marL="457200" algn="ctr" fontAlgn="base">
              <a:spcBef>
                <a:spcPct val="0"/>
              </a:spcBef>
              <a:spcAft>
                <a:spcPct val="0"/>
              </a:spcAft>
              <a:defRPr sz="3800" b="1">
                <a:solidFill>
                  <a:schemeClr val="tx2"/>
                </a:solidFill>
                <a:latin typeface="Helvetica 55 Roman" pitchFamily="34" charset="0"/>
                <a:ea typeface="新細明體" charset="-120"/>
              </a:defRPr>
            </a:lvl6pPr>
            <a:lvl7pPr marL="914400" algn="ctr" fontAlgn="base">
              <a:spcBef>
                <a:spcPct val="0"/>
              </a:spcBef>
              <a:spcAft>
                <a:spcPct val="0"/>
              </a:spcAft>
              <a:defRPr sz="3800" b="1">
                <a:solidFill>
                  <a:schemeClr val="tx2"/>
                </a:solidFill>
                <a:latin typeface="Helvetica 55 Roman" pitchFamily="34" charset="0"/>
                <a:ea typeface="新細明體" charset="-120"/>
              </a:defRPr>
            </a:lvl7pPr>
            <a:lvl8pPr marL="1371600" algn="ctr" fontAlgn="base">
              <a:spcBef>
                <a:spcPct val="0"/>
              </a:spcBef>
              <a:spcAft>
                <a:spcPct val="0"/>
              </a:spcAft>
              <a:defRPr sz="3800" b="1">
                <a:solidFill>
                  <a:schemeClr val="tx2"/>
                </a:solidFill>
                <a:latin typeface="Helvetica 55 Roman" pitchFamily="34" charset="0"/>
                <a:ea typeface="新細明體" charset="-120"/>
              </a:defRPr>
            </a:lvl8pPr>
            <a:lvl9pPr marL="1828800" algn="ctr" fontAlgn="base">
              <a:spcBef>
                <a:spcPct val="0"/>
              </a:spcBef>
              <a:spcAft>
                <a:spcPct val="0"/>
              </a:spcAft>
              <a:defRPr sz="3800" b="1">
                <a:solidFill>
                  <a:schemeClr val="tx2"/>
                </a:solidFill>
                <a:latin typeface="Helvetica 55 Roman" pitchFamily="34" charset="0"/>
                <a:ea typeface="新細明體" charset="-120"/>
              </a:defRPr>
            </a:lvl9pPr>
          </a:lstStyle>
          <a:p>
            <a:pPr algn="l">
              <a:lnSpc>
                <a:spcPct val="115000"/>
              </a:lnSpc>
            </a:pPr>
            <a:endParaRPr lang="en-US" altLang="en-US" sz="5000" dirty="0">
              <a:solidFill>
                <a:schemeClr val="bg1">
                  <a:lumMod val="95000"/>
                </a:schemeClr>
              </a:solidFill>
              <a:latin typeface="Arial" panose="020B0604020202020204" pitchFamily="34" charset="0"/>
              <a:ea typeface="文鼎粗黑" pitchFamily="49" charset="-12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34162805"/>
      </p:ext>
    </p:extLst>
  </p:cSld>
  <p:clrMapOvr>
    <a:masterClrMapping/>
  </p:clrMapOvr>
  <p:transition spd="slow">
    <p:zoom dir="in"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685800" y="1200151"/>
            <a:ext cx="8229600" cy="3394472"/>
          </a:xfrm>
        </p:spPr>
        <p:txBody>
          <a:bodyPr/>
          <a:lstStyle>
            <a:lvl1pPr>
              <a:defRPr sz="2800">
                <a:latin typeface="微軟正黑體" panose="020B0604030504040204" pitchFamily="34" charset="-120"/>
                <a:ea typeface="微軟正黑體" panose="020B0604030504040204" pitchFamily="34" charset="-120"/>
              </a:defRPr>
            </a:lvl1pPr>
            <a:lvl2pPr>
              <a:defRPr sz="2400">
                <a:latin typeface="微軟正黑體" panose="020B0604030504040204" pitchFamily="34" charset="-120"/>
                <a:ea typeface="微軟正黑體" panose="020B0604030504040204" pitchFamily="34" charset="-120"/>
              </a:defRPr>
            </a:lvl2pPr>
            <a:lvl3pPr>
              <a:defRPr sz="1800">
                <a:latin typeface="微軟正黑體" panose="020B0604030504040204" pitchFamily="34" charset="-120"/>
                <a:ea typeface="微軟正黑體" panose="020B0604030504040204" pitchFamily="34" charset="-120"/>
              </a:defRPr>
            </a:lvl3pPr>
            <a:lvl4pPr>
              <a:defRPr sz="1400">
                <a:latin typeface="微軟正黑體" panose="020B0604030504040204" pitchFamily="34" charset="-120"/>
                <a:ea typeface="微軟正黑體" panose="020B0604030504040204" pitchFamily="34" charset="-120"/>
              </a:defRPr>
            </a:lvl4pPr>
            <a:lvl5pPr>
              <a:defRPr sz="1200">
                <a:latin typeface="微軟正黑體" panose="020B0604030504040204" pitchFamily="34" charset="-120"/>
                <a:ea typeface="微軟正黑體" panose="020B0604030504040204" pitchFamily="34" charset="-120"/>
              </a:defRPr>
            </a:lvl5pPr>
          </a:lstStyle>
          <a:p>
            <a:pPr lvl="0"/>
            <a:r>
              <a:rPr lang="zh-TW" altLang="en-US" dirty="0"/>
              <a:t>按一下以編輯母片文字樣式</a:t>
            </a:r>
          </a:p>
          <a:p>
            <a:pPr lvl="1"/>
            <a:r>
              <a:rPr lang="zh-TW" altLang="en-US" dirty="0"/>
              <a:t>第二層</a:t>
            </a:r>
          </a:p>
          <a:p>
            <a:pPr lvl="2"/>
            <a:r>
              <a:rPr lang="zh-TW" altLang="en-US" dirty="0"/>
              <a:t>第三層</a:t>
            </a:r>
          </a:p>
          <a:p>
            <a:pPr lvl="3"/>
            <a:r>
              <a:rPr lang="zh-TW" altLang="en-US" dirty="0"/>
              <a:t>第四層</a:t>
            </a:r>
          </a:p>
          <a:p>
            <a:pPr lvl="4"/>
            <a:r>
              <a:rPr lang="zh-TW" altLang="en-US" dirty="0"/>
              <a:t>第五層</a:t>
            </a:r>
          </a:p>
        </p:txBody>
      </p:sp>
      <p:sp>
        <p:nvSpPr>
          <p:cNvPr id="5" name="標題 4"/>
          <p:cNvSpPr>
            <a:spLocks noGrp="1"/>
          </p:cNvSpPr>
          <p:nvPr>
            <p:ph type="title"/>
          </p:nvPr>
        </p:nvSpPr>
        <p:spPr>
          <a:xfrm>
            <a:off x="685800" y="233161"/>
            <a:ext cx="8229600" cy="584775"/>
          </a:xfrm>
        </p:spPr>
        <p:txBody>
          <a:bodyPr/>
          <a:lstStyle>
            <a:lvl1pPr>
              <a:defRPr>
                <a:latin typeface="微軟正黑體" panose="020B0604030504040204" pitchFamily="34" charset="-120"/>
                <a:ea typeface="微軟正黑體" panose="020B0604030504040204" pitchFamily="34" charset="-120"/>
              </a:defRPr>
            </a:lvl1pPr>
          </a:lstStyle>
          <a:p>
            <a:r>
              <a:rPr lang="zh-TW" altLang="en-US" dirty="0"/>
              <a:t>按一下以編輯母片標題樣式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>
          <a:xfrm>
            <a:off x="8763000" y="4857750"/>
            <a:ext cx="533400" cy="285750"/>
          </a:xfrm>
        </p:spPr>
        <p:txBody>
          <a:bodyPr/>
          <a:lstStyle>
            <a:lvl1pPr>
              <a:defRPr sz="110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7A6790E0-BEF4-4832-A75A-9EE1100ED3A6}" type="slidenum">
              <a:rPr lang="en-US" altLang="zh-TW" smtClean="0"/>
              <a:pPr>
                <a:defRPr/>
              </a:pPr>
              <a:t>‹#›</a:t>
            </a:fld>
            <a:endParaRPr lang="en-US" altLang="zh-TW" dirty="0"/>
          </a:p>
        </p:txBody>
      </p:sp>
    </p:spTree>
    <p:extLst>
      <p:ext uri="{BB962C8B-B14F-4D97-AF65-F5344CB8AC3E}">
        <p14:creationId xmlns:p14="http://schemas.microsoft.com/office/powerpoint/2010/main" val="4294283135"/>
      </p:ext>
    </p:extLst>
  </p:cSld>
  <p:clrMapOvr>
    <a:masterClrMapping/>
  </p:clrMapOvr>
  <p:transition spd="slow">
    <p:zoom dir="in"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W title slide _1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370490" y="425669"/>
            <a:ext cx="7200000" cy="1960264"/>
          </a:xfrm>
        </p:spPr>
        <p:txBody>
          <a:bodyPr lIns="0" tIns="0" rIns="0" bIns="0" anchor="b">
            <a:normAutofit/>
          </a:bodyPr>
          <a:lstStyle>
            <a:lvl1pPr algn="l" rtl="0">
              <a:lnSpc>
                <a:spcPct val="100000"/>
              </a:lnSpc>
              <a:defRPr sz="280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zh-TW" altLang="en-US" dirty="0"/>
              <a:t>按一下以編輯母片標題樣式</a:t>
            </a:r>
            <a:br>
              <a:rPr lang="en-US" altLang="zh-TW" dirty="0"/>
            </a:br>
            <a:r>
              <a:rPr lang="zh-TW" altLang="en-US" dirty="0"/>
              <a:t>按一下以編輯母片標題樣式</a:t>
            </a:r>
            <a:endParaRPr lang="en-US" dirty="0"/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49F332F9-A603-A418-4F1D-BE8820B85070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522033" y="2688144"/>
            <a:ext cx="4276133" cy="1032709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lnSpc>
                <a:spcPts val="1400"/>
              </a:lnSpc>
              <a:spcBef>
                <a:spcPts val="0"/>
              </a:spcBef>
              <a:buNone/>
              <a:defRPr sz="1000">
                <a:solidFill>
                  <a:schemeClr val="bg1"/>
                </a:solidFill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altLang="zh-TW" dirty="0"/>
              <a:t>Presenter’s Name </a:t>
            </a:r>
          </a:p>
          <a:p>
            <a:pPr lvl="0"/>
            <a:r>
              <a:rPr lang="en-US" altLang="zh-TW" dirty="0"/>
              <a:t>Presenter’s Dept.</a:t>
            </a:r>
          </a:p>
          <a:p>
            <a:pPr lvl="0"/>
            <a:r>
              <a:rPr lang="en-US" altLang="zh-TW" dirty="0" err="1"/>
              <a:t>yyyy</a:t>
            </a:r>
            <a:r>
              <a:rPr lang="en-US" altLang="zh-TW" dirty="0"/>
              <a:t>/mm/dd</a:t>
            </a:r>
          </a:p>
          <a:p>
            <a:pPr lvl="0"/>
            <a:endParaRPr lang="en-US" altLang="zh-TW" dirty="0"/>
          </a:p>
        </p:txBody>
      </p:sp>
      <p:pic>
        <p:nvPicPr>
          <p:cNvPr id="5" name="圖片 4" descr="一張含有 字型, 圖形, 文字, 平面設計 的圖片&#10;&#10;自動產生的描述">
            <a:extLst>
              <a:ext uri="{FF2B5EF4-FFF2-40B4-BE49-F238E27FC236}">
                <a16:creationId xmlns:a16="http://schemas.microsoft.com/office/drawing/2014/main" id="{BE5A06D7-9E47-DB88-5FA9-23A9929D28B3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04980" y="4480145"/>
            <a:ext cx="1778329" cy="769469"/>
          </a:xfrm>
          <a:prstGeom prst="rect">
            <a:avLst/>
          </a:prstGeom>
        </p:spPr>
      </p:pic>
      <p:sp>
        <p:nvSpPr>
          <p:cNvPr id="4" name="矩形 3">
            <a:extLst>
              <a:ext uri="{FF2B5EF4-FFF2-40B4-BE49-F238E27FC236}">
                <a16:creationId xmlns:a16="http://schemas.microsoft.com/office/drawing/2014/main" id="{4E380CBB-C9E3-E3C2-EFDE-60E68C44D538}"/>
              </a:ext>
            </a:extLst>
          </p:cNvPr>
          <p:cNvSpPr/>
          <p:nvPr userDrawn="1"/>
        </p:nvSpPr>
        <p:spPr>
          <a:xfrm>
            <a:off x="404218" y="2724969"/>
            <a:ext cx="36000" cy="482575"/>
          </a:xfrm>
          <a:prstGeom prst="rect">
            <a:avLst/>
          </a:prstGeom>
          <a:solidFill>
            <a:srgbClr val="A3CC5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2096175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/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close_pag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76928" y="4761"/>
            <a:ext cx="7200000" cy="1960263"/>
          </a:xfrm>
        </p:spPr>
        <p:txBody>
          <a:bodyPr vert="horz" lIns="0" tIns="0" rIns="0" bIns="0" rtlCol="0" anchor="b">
            <a:normAutofit/>
          </a:bodyPr>
          <a:lstStyle>
            <a:lvl1pPr>
              <a:defRPr lang="en-US" sz="2800" dirty="0">
                <a:solidFill>
                  <a:schemeClr val="bg1"/>
                </a:solidFill>
              </a:defRPr>
            </a:lvl1pPr>
          </a:lstStyle>
          <a:p>
            <a:pPr marL="0" lvl="0"/>
            <a:r>
              <a:rPr lang="zh-TW" altLang="en-US" dirty="0"/>
              <a:t>按一下以編輯母片標題樣式</a:t>
            </a:r>
            <a:endParaRPr lang="en-US" dirty="0"/>
          </a:p>
        </p:txBody>
      </p:sp>
      <p:pic>
        <p:nvPicPr>
          <p:cNvPr id="3" name="圖片 2" descr="一張含有 字型, 圖形, 文字, 平面設計 的圖片&#10;&#10;自動產生的描述">
            <a:extLst>
              <a:ext uri="{FF2B5EF4-FFF2-40B4-BE49-F238E27FC236}">
                <a16:creationId xmlns:a16="http://schemas.microsoft.com/office/drawing/2014/main" id="{A29B1802-2694-3DED-D132-3B6EF7434329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11346" y="4475747"/>
            <a:ext cx="1743460" cy="7543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73277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Wistron_Tit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1285" y="827773"/>
            <a:ext cx="8639999" cy="4023432"/>
          </a:xfrm>
          <a:prstGeom prst="rect">
            <a:avLst/>
          </a:prstGeom>
        </p:spPr>
        <p:txBody>
          <a:bodyPr/>
          <a:lstStyle>
            <a:lvl1pPr marL="171450" indent="-171450">
              <a:buFont typeface="Arial" panose="020B0604020202020204" pitchFamily="34" charset="0"/>
              <a:buChar char="•"/>
              <a:defRPr/>
            </a:lvl1pPr>
            <a:lvl5pPr marL="1371600" indent="0">
              <a:buNone/>
              <a:defRPr/>
            </a:lvl5pPr>
          </a:lstStyle>
          <a:p>
            <a:pPr lvl="0"/>
            <a:r>
              <a:rPr lang="zh-TW" altLang="en-US" dirty="0"/>
              <a:t>按一下以編輯母片文字樣式</a:t>
            </a:r>
          </a:p>
          <a:p>
            <a:pPr lvl="1"/>
            <a:r>
              <a:rPr lang="zh-TW" altLang="en-US" dirty="0"/>
              <a:t>第二層</a:t>
            </a:r>
          </a:p>
          <a:p>
            <a:pPr lvl="2"/>
            <a:r>
              <a:rPr lang="zh-TW" altLang="en-US" dirty="0"/>
              <a:t>第三層</a:t>
            </a:r>
          </a:p>
          <a:p>
            <a:pPr lvl="3"/>
            <a:r>
              <a:rPr lang="zh-TW" altLang="en-US" dirty="0"/>
              <a:t>第四層</a:t>
            </a:r>
          </a:p>
          <a:p>
            <a:pPr lvl="4"/>
            <a:r>
              <a:rPr lang="zh-TW" altLang="en-US" dirty="0"/>
              <a:t>第五層</a:t>
            </a:r>
            <a:endParaRPr lang="en-US" altLang="zh-TW" dirty="0"/>
          </a:p>
          <a:p>
            <a:pPr lvl="4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1285" y="191586"/>
            <a:ext cx="8640000" cy="486993"/>
          </a:xfrm>
        </p:spPr>
        <p:txBody>
          <a:bodyPr>
            <a:normAutofit/>
          </a:bodyPr>
          <a:lstStyle>
            <a:lvl1pPr>
              <a:defRPr sz="3000" b="1"/>
            </a:lvl1pPr>
          </a:lstStyle>
          <a:p>
            <a:r>
              <a:rPr lang="zh-TW" altLang="en-US" dirty="0"/>
              <a:t>按一下以編輯母片標題樣式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-232826" y="4878474"/>
            <a:ext cx="514108" cy="273844"/>
          </a:xfrm>
        </p:spPr>
        <p:txBody>
          <a:bodyPr/>
          <a:lstStyle/>
          <a:p>
            <a:fld id="{EACF097E-CCF1-4241-87BD-030B3D15E719}" type="slidenum">
              <a:rPr lang="zh-TW" altLang="en-US" smtClean="0"/>
              <a:t>‹#›</a:t>
            </a:fld>
            <a:endParaRPr lang="zh-TW" altLang="en-US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B0F9348E-7206-859C-74F0-F78517907597}"/>
              </a:ext>
            </a:extLst>
          </p:cNvPr>
          <p:cNvSpPr/>
          <p:nvPr userDrawn="1"/>
        </p:nvSpPr>
        <p:spPr>
          <a:xfrm>
            <a:off x="0" y="0"/>
            <a:ext cx="57600" cy="576000"/>
          </a:xfrm>
          <a:prstGeom prst="rect">
            <a:avLst/>
          </a:prstGeom>
          <a:solidFill>
            <a:srgbClr val="9FCA5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09866142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.png"/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7" name="Rectangle 3"/>
          <p:cNvSpPr>
            <a:spLocks noGrp="1" noChangeArrowheads="1"/>
          </p:cNvSpPr>
          <p:nvPr>
            <p:ph type="title"/>
          </p:nvPr>
        </p:nvSpPr>
        <p:spPr bwMode="auto">
          <a:xfrm>
            <a:off x="685800" y="233161"/>
            <a:ext cx="7848600" cy="584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spAutoFit/>
          </a:bodyPr>
          <a:lstStyle/>
          <a:p>
            <a:pPr lvl="0"/>
            <a:r>
              <a:rPr lang="en-US" altLang="zh-TW" dirty="0"/>
              <a:t>Click to edit Master title style </a:t>
            </a:r>
          </a:p>
        </p:txBody>
      </p:sp>
      <p:sp>
        <p:nvSpPr>
          <p:cNvPr id="1028" name="Rectangle 4"/>
          <p:cNvSpPr>
            <a:spLocks noGrp="1" noChangeArrowheads="1"/>
          </p:cNvSpPr>
          <p:nvPr>
            <p:ph type="body" idx="1"/>
          </p:nvPr>
        </p:nvSpPr>
        <p:spPr bwMode="auto">
          <a:xfrm>
            <a:off x="685800" y="1124941"/>
            <a:ext cx="7848600" cy="339447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zh-TW" dirty="0"/>
              <a:t>Click to edit Master text styles</a:t>
            </a:r>
          </a:p>
          <a:p>
            <a:pPr lvl="1"/>
            <a:r>
              <a:rPr lang="en-US" altLang="zh-TW" dirty="0"/>
              <a:t>Second level</a:t>
            </a:r>
          </a:p>
          <a:p>
            <a:pPr lvl="2"/>
            <a:r>
              <a:rPr lang="en-US" altLang="zh-TW" dirty="0"/>
              <a:t>Third level</a:t>
            </a:r>
          </a:p>
          <a:p>
            <a:pPr lvl="3"/>
            <a:r>
              <a:rPr lang="en-US" altLang="zh-TW" dirty="0"/>
              <a:t>Fourth level</a:t>
            </a:r>
          </a:p>
          <a:p>
            <a:pPr lvl="4"/>
            <a:r>
              <a:rPr lang="en-US" altLang="zh-TW" dirty="0"/>
              <a:t>Fifth level</a:t>
            </a:r>
          </a:p>
        </p:txBody>
      </p:sp>
      <p:sp>
        <p:nvSpPr>
          <p:cNvPr id="29717" name="Rectangle 21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8686800" y="4869180"/>
            <a:ext cx="685800" cy="21717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 eaLnBrk="1" hangingPunct="1">
              <a:defRPr kumimoji="1" sz="1200">
                <a:latin typeface="Arial" charset="0"/>
                <a:ea typeface="新細明體" charset="-120"/>
              </a:defRPr>
            </a:lvl1pPr>
          </a:lstStyle>
          <a:p>
            <a:pPr>
              <a:defRPr/>
            </a:pPr>
            <a:fld id="{3AB1FE89-9AA8-4D5B-B63B-2A1E06624653}" type="slidenum">
              <a:rPr lang="en-US" altLang="zh-TW" smtClean="0"/>
              <a:pPr>
                <a:defRPr/>
              </a:pPr>
              <a:t>‹#›</a:t>
            </a:fld>
            <a:endParaRPr lang="en-US" altLang="zh-TW" dirty="0"/>
          </a:p>
        </p:txBody>
      </p:sp>
      <p:pic>
        <p:nvPicPr>
          <p:cNvPr id="3" name="圖片 2" descr="一張含有 文字, 名片, 信封 的圖片&#10;&#10;自動產生的描述">
            <a:extLst>
              <a:ext uri="{FF2B5EF4-FFF2-40B4-BE49-F238E27FC236}">
                <a16:creationId xmlns:a16="http://schemas.microsoft.com/office/drawing/2014/main" id="{7EDA0686-D766-8B0F-77B2-57E271CE150A}"/>
              </a:ext>
            </a:extLst>
          </p:cNvPr>
          <p:cNvPicPr>
            <a:picLocks noChangeAspect="1"/>
          </p:cNvPicPr>
          <p:nvPr userDrawn="1"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0692" y="361951"/>
            <a:ext cx="317215" cy="334838"/>
          </a:xfrm>
          <a:prstGeom prst="rect">
            <a:avLst/>
          </a:prstGeom>
        </p:spPr>
      </p:pic>
      <p:pic>
        <p:nvPicPr>
          <p:cNvPr id="5" name="圖片 4">
            <a:extLst>
              <a:ext uri="{FF2B5EF4-FFF2-40B4-BE49-F238E27FC236}">
                <a16:creationId xmlns:a16="http://schemas.microsoft.com/office/drawing/2014/main" id="{5B0AD7FC-C96C-1131-6E73-A54EDCF8E674}"/>
              </a:ext>
            </a:extLst>
          </p:cNvPr>
          <p:cNvPicPr>
            <a:picLocks noChangeAspect="1"/>
          </p:cNvPicPr>
          <p:nvPr userDrawn="1"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12600" y="4642498"/>
            <a:ext cx="9169200" cy="518259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895" r:id="rId1"/>
    <p:sldLayoutId id="2147483896" r:id="rId2"/>
    <p:sldLayoutId id="2147483899" r:id="rId3"/>
    <p:sldLayoutId id="2147483901" r:id="rId4"/>
    <p:sldLayoutId id="2147483902" r:id="rId5"/>
  </p:sldLayoutIdLst>
  <p:transition spd="slow">
    <p:zoom dir="in"/>
  </p:transition>
  <p:hf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kumimoji="1" sz="3200" b="1">
          <a:solidFill>
            <a:srgbClr val="333333"/>
          </a:solidFill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kumimoji="1" sz="3200" b="1">
          <a:solidFill>
            <a:srgbClr val="333333"/>
          </a:solidFill>
          <a:latin typeface="Arial" charset="0"/>
          <a:ea typeface="新細明體" charset="-12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kumimoji="1" sz="3200" b="1">
          <a:solidFill>
            <a:srgbClr val="333333"/>
          </a:solidFill>
          <a:latin typeface="Arial" charset="0"/>
          <a:ea typeface="新細明體" charset="-12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kumimoji="1" sz="3200" b="1">
          <a:solidFill>
            <a:srgbClr val="333333"/>
          </a:solidFill>
          <a:latin typeface="Arial" charset="0"/>
          <a:ea typeface="新細明體" charset="-12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kumimoji="1" sz="3200" b="1">
          <a:solidFill>
            <a:srgbClr val="333333"/>
          </a:solidFill>
          <a:latin typeface="Arial" charset="0"/>
          <a:ea typeface="新細明體" charset="-120"/>
        </a:defRPr>
      </a:lvl5pPr>
      <a:lvl6pPr marL="457200" algn="l" rtl="0" fontAlgn="base">
        <a:spcBef>
          <a:spcPct val="0"/>
        </a:spcBef>
        <a:spcAft>
          <a:spcPct val="0"/>
        </a:spcAft>
        <a:defRPr kumimoji="1" sz="3200">
          <a:solidFill>
            <a:srgbClr val="333333"/>
          </a:solidFill>
          <a:latin typeface="Arial" charset="0"/>
          <a:ea typeface="新細明體" charset="-120"/>
        </a:defRPr>
      </a:lvl6pPr>
      <a:lvl7pPr marL="914400" algn="l" rtl="0" fontAlgn="base">
        <a:spcBef>
          <a:spcPct val="0"/>
        </a:spcBef>
        <a:spcAft>
          <a:spcPct val="0"/>
        </a:spcAft>
        <a:defRPr kumimoji="1" sz="3200">
          <a:solidFill>
            <a:srgbClr val="333333"/>
          </a:solidFill>
          <a:latin typeface="Arial" charset="0"/>
          <a:ea typeface="新細明體" charset="-120"/>
        </a:defRPr>
      </a:lvl7pPr>
      <a:lvl8pPr marL="1371600" algn="l" rtl="0" fontAlgn="base">
        <a:spcBef>
          <a:spcPct val="0"/>
        </a:spcBef>
        <a:spcAft>
          <a:spcPct val="0"/>
        </a:spcAft>
        <a:defRPr kumimoji="1" sz="3200">
          <a:solidFill>
            <a:srgbClr val="333333"/>
          </a:solidFill>
          <a:latin typeface="Arial" charset="0"/>
          <a:ea typeface="新細明體" charset="-120"/>
        </a:defRPr>
      </a:lvl8pPr>
      <a:lvl9pPr marL="1828800" algn="l" rtl="0" fontAlgn="base">
        <a:spcBef>
          <a:spcPct val="0"/>
        </a:spcBef>
        <a:spcAft>
          <a:spcPct val="0"/>
        </a:spcAft>
        <a:defRPr kumimoji="1" sz="3200">
          <a:solidFill>
            <a:srgbClr val="333333"/>
          </a:solidFill>
          <a:latin typeface="Arial" charset="0"/>
          <a:ea typeface="新細明體" charset="-12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har char="•"/>
        <a:defRPr kumimoji="1" sz="3200">
          <a:solidFill>
            <a:srgbClr val="4D4D4D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kumimoji="1" sz="2800">
          <a:solidFill>
            <a:srgbClr val="4D4D4D"/>
          </a:solidFill>
          <a:latin typeface="+mn-lt"/>
          <a:ea typeface="+mn-ea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kumimoji="1" sz="2400">
          <a:solidFill>
            <a:srgbClr val="4D4D4D"/>
          </a:solidFill>
          <a:latin typeface="+mn-lt"/>
          <a:ea typeface="+mn-ea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kumimoji="1" sz="2000">
          <a:solidFill>
            <a:srgbClr val="4D4D4D"/>
          </a:solidFill>
          <a:latin typeface="+mn-lt"/>
          <a:ea typeface="+mn-ea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kumimoji="1" sz="2000">
          <a:solidFill>
            <a:srgbClr val="4D4D4D"/>
          </a:solidFill>
          <a:latin typeface="+mn-lt"/>
          <a:ea typeface="+mn-ea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har char="»"/>
        <a:defRPr kumimoji="1" sz="2000">
          <a:solidFill>
            <a:srgbClr val="4D4D4D"/>
          </a:solidFill>
          <a:latin typeface="+mn-lt"/>
          <a:ea typeface="+mn-ea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har char="»"/>
        <a:defRPr kumimoji="1" sz="2000">
          <a:solidFill>
            <a:srgbClr val="4D4D4D"/>
          </a:solidFill>
          <a:latin typeface="+mn-lt"/>
          <a:ea typeface="+mn-ea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har char="»"/>
        <a:defRPr kumimoji="1" sz="2000">
          <a:solidFill>
            <a:srgbClr val="4D4D4D"/>
          </a:solidFill>
          <a:latin typeface="+mn-lt"/>
          <a:ea typeface="+mn-ea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har char="»"/>
        <a:defRPr kumimoji="1" sz="2000">
          <a:solidFill>
            <a:srgbClr val="4D4D4D"/>
          </a:solidFill>
          <a:latin typeface="+mn-lt"/>
          <a:ea typeface="+mn-ea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13" Type="http://schemas.openxmlformats.org/officeDocument/2006/relationships/image" Target="../media/image16.png"/><Relationship Id="rId3" Type="http://schemas.openxmlformats.org/officeDocument/2006/relationships/image" Target="../media/image8.jpeg"/><Relationship Id="rId7" Type="http://schemas.openxmlformats.org/officeDocument/2006/relationships/image" Target="../media/image12.png"/><Relationship Id="rId12" Type="http://schemas.microsoft.com/office/2007/relationships/hdphoto" Target="../media/hdphoto2.wdp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11.png"/><Relationship Id="rId11" Type="http://schemas.openxmlformats.org/officeDocument/2006/relationships/image" Target="../media/image15.png"/><Relationship Id="rId5" Type="http://schemas.openxmlformats.org/officeDocument/2006/relationships/image" Target="../media/image10.png"/><Relationship Id="rId10" Type="http://schemas.microsoft.com/office/2007/relationships/hdphoto" Target="../media/hdphoto1.wdp"/><Relationship Id="rId4" Type="http://schemas.openxmlformats.org/officeDocument/2006/relationships/image" Target="../media/image9.png"/><Relationship Id="rId9" Type="http://schemas.openxmlformats.org/officeDocument/2006/relationships/image" Target="../media/image14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標題 4">
            <a:extLst>
              <a:ext uri="{FF2B5EF4-FFF2-40B4-BE49-F238E27FC236}">
                <a16:creationId xmlns:a16="http://schemas.microsoft.com/office/drawing/2014/main" id="{42416400-2D2B-4745-DD04-2DFDAC8685E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81000" y="44669"/>
            <a:ext cx="8316310" cy="2527081"/>
          </a:xfrm>
        </p:spPr>
        <p:txBody>
          <a:bodyPr>
            <a:normAutofit/>
          </a:bodyPr>
          <a:lstStyle/>
          <a:p>
            <a:r>
              <a:rPr lang="en-US" sz="4000" b="1" dirty="0">
                <a:latin typeface="Aptos" panose="020B0004020202020204" pitchFamily="34" charset="0"/>
              </a:rPr>
              <a:t>Yearly Achievement Report 2026</a:t>
            </a:r>
            <a:endParaRPr lang="en-US" sz="4000" b="1" dirty="0"/>
          </a:p>
        </p:txBody>
      </p:sp>
      <p:sp>
        <p:nvSpPr>
          <p:cNvPr id="6" name="文字版面配置區 5">
            <a:extLst>
              <a:ext uri="{FF2B5EF4-FFF2-40B4-BE49-F238E27FC236}">
                <a16:creationId xmlns:a16="http://schemas.microsoft.com/office/drawing/2014/main" id="{DB0BD2AF-17F7-F972-4342-2B9313048B1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22033" y="2672102"/>
            <a:ext cx="4276133" cy="1032709"/>
          </a:xfrm>
        </p:spPr>
        <p:txBody>
          <a:bodyPr/>
          <a:lstStyle/>
          <a:p>
            <a:r>
              <a:rPr lang="en-US" altLang="zh-TW" dirty="0"/>
              <a:t>Presenter’s Name : Brian Gabriel Alban</a:t>
            </a:r>
          </a:p>
          <a:p>
            <a:r>
              <a:rPr lang="en-US" altLang="zh-TW" dirty="0"/>
              <a:t>Presenter’s Dept.: EDT220</a:t>
            </a:r>
          </a:p>
          <a:p>
            <a:r>
              <a:rPr lang="en-US" altLang="zh-TW" dirty="0"/>
              <a:t>2026/10/03</a:t>
            </a:r>
          </a:p>
        </p:txBody>
      </p:sp>
    </p:spTree>
    <p:extLst>
      <p:ext uri="{BB962C8B-B14F-4D97-AF65-F5344CB8AC3E}">
        <p14:creationId xmlns:p14="http://schemas.microsoft.com/office/powerpoint/2010/main" val="17325386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0" name="Group 39">
            <a:extLst>
              <a:ext uri="{FF2B5EF4-FFF2-40B4-BE49-F238E27FC236}">
                <a16:creationId xmlns:a16="http://schemas.microsoft.com/office/drawing/2014/main" id="{97E9DE8C-87A1-ECE9-F561-305B1B1F9586}"/>
              </a:ext>
            </a:extLst>
          </p:cNvPr>
          <p:cNvGrpSpPr/>
          <p:nvPr/>
        </p:nvGrpSpPr>
        <p:grpSpPr>
          <a:xfrm>
            <a:off x="0" y="0"/>
            <a:ext cx="9138745" cy="4958708"/>
            <a:chOff x="9232" y="0"/>
            <a:chExt cx="9134768" cy="4958708"/>
          </a:xfrm>
        </p:grpSpPr>
        <p:pic>
          <p:nvPicPr>
            <p:cNvPr id="23" name="Picture 22">
              <a:extLst>
                <a:ext uri="{FF2B5EF4-FFF2-40B4-BE49-F238E27FC236}">
                  <a16:creationId xmlns:a16="http://schemas.microsoft.com/office/drawing/2014/main" id="{8C006E25-10E2-F1BB-465F-72D8EDC7E41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b="10000"/>
            <a:stretch/>
          </p:blipFill>
          <p:spPr>
            <a:xfrm>
              <a:off x="9232" y="0"/>
              <a:ext cx="9134768" cy="4958708"/>
            </a:xfrm>
            <a:prstGeom prst="rect">
              <a:avLst/>
            </a:prstGeom>
          </p:spPr>
        </p:pic>
        <p:pic>
          <p:nvPicPr>
            <p:cNvPr id="39" name="Picture 38">
              <a:extLst>
                <a:ext uri="{FF2B5EF4-FFF2-40B4-BE49-F238E27FC236}">
                  <a16:creationId xmlns:a16="http://schemas.microsoft.com/office/drawing/2014/main" id="{A2C3D8E6-F96C-EF02-408B-E70B242C44F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85399" y="3079649"/>
              <a:ext cx="4493844" cy="1854301"/>
            </a:xfrm>
            <a:prstGeom prst="rect">
              <a:avLst/>
            </a:prstGeom>
          </p:spPr>
        </p:pic>
      </p:grp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B5AC60E-04A3-F449-E916-C5494AAA9D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-172705" y="4958708"/>
            <a:ext cx="624650" cy="227520"/>
          </a:xfrm>
        </p:spPr>
        <p:txBody>
          <a:bodyPr/>
          <a:lstStyle/>
          <a:p>
            <a:fld id="{EACF097E-CCF1-4241-87BD-030B3D15E719}" type="slidenum">
              <a:rPr lang="zh-TW" altLang="en-US" sz="800" smtClean="0"/>
              <a:t>2</a:t>
            </a:fld>
            <a:endParaRPr lang="zh-TW" altLang="en-US" sz="8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F230284-660D-B8B6-B59B-AB5BE0F592A0}"/>
              </a:ext>
            </a:extLst>
          </p:cNvPr>
          <p:cNvSpPr txBox="1"/>
          <p:nvPr/>
        </p:nvSpPr>
        <p:spPr>
          <a:xfrm>
            <a:off x="1023445" y="1236325"/>
            <a:ext cx="2438400" cy="2454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40000"/>
              </a:lnSpc>
            </a:pPr>
            <a:r>
              <a:rPr lang="en-US" sz="500" b="1" dirty="0">
                <a:solidFill>
                  <a:srgbClr val="0C1A29"/>
                </a:solidFill>
                <a:latin typeface="+mj-lt"/>
              </a:rPr>
              <a:t>Brother Printer Label Printing SOW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231DDDA-BC1F-CE52-ECA4-6DF813134142}"/>
              </a:ext>
            </a:extLst>
          </p:cNvPr>
          <p:cNvSpPr txBox="1"/>
          <p:nvPr/>
        </p:nvSpPr>
        <p:spPr>
          <a:xfrm>
            <a:off x="1026271" y="1370137"/>
            <a:ext cx="2057400" cy="2454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40000"/>
              </a:lnSpc>
            </a:pPr>
            <a:r>
              <a:rPr lang="en-US" sz="500" b="1" dirty="0">
                <a:solidFill>
                  <a:srgbClr val="0C1A29"/>
                </a:solidFill>
                <a:latin typeface="+mj-lt"/>
              </a:rPr>
              <a:t>Fusion eye Batch Stop &amp; Start Test SOW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4412659-19B4-EC89-AFC3-0035638EE989}"/>
              </a:ext>
            </a:extLst>
          </p:cNvPr>
          <p:cNvSpPr txBox="1"/>
          <p:nvPr/>
        </p:nvSpPr>
        <p:spPr>
          <a:xfrm>
            <a:off x="1027985" y="1517442"/>
            <a:ext cx="1981200" cy="2454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40000"/>
              </a:lnSpc>
            </a:pPr>
            <a:r>
              <a:rPr lang="en-US" sz="500" b="1" dirty="0">
                <a:solidFill>
                  <a:srgbClr val="0C1A29"/>
                </a:solidFill>
                <a:latin typeface="+mj-lt"/>
              </a:rPr>
              <a:t>Fusion eye Rack Auto-Lock Assignment SOW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2FE663E-CD99-BA74-255B-781DDC5DCEC7}"/>
              </a:ext>
            </a:extLst>
          </p:cNvPr>
          <p:cNvSpPr txBox="1"/>
          <p:nvPr/>
        </p:nvSpPr>
        <p:spPr>
          <a:xfrm>
            <a:off x="1034780" y="1785127"/>
            <a:ext cx="1981200" cy="2454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40000"/>
              </a:lnSpc>
            </a:pPr>
            <a:r>
              <a:rPr lang="en-US" sz="500" b="1" dirty="0">
                <a:solidFill>
                  <a:srgbClr val="0C1A29"/>
                </a:solidFill>
                <a:latin typeface="+mj-lt"/>
              </a:rPr>
              <a:t>N2 Serial Number Manual Checkout SOW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3B2CB5A-3FFE-0E7D-54FB-76DB58EAE026}"/>
              </a:ext>
            </a:extLst>
          </p:cNvPr>
          <p:cNvSpPr txBox="1"/>
          <p:nvPr/>
        </p:nvSpPr>
        <p:spPr>
          <a:xfrm>
            <a:off x="1029699" y="1647998"/>
            <a:ext cx="2438400" cy="2454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40000"/>
              </a:lnSpc>
            </a:pPr>
            <a:r>
              <a:rPr lang="en-US" sz="500" b="1" dirty="0">
                <a:solidFill>
                  <a:srgbClr val="0C1A29"/>
                </a:solidFill>
                <a:latin typeface="+mj-lt"/>
              </a:rPr>
              <a:t>N2 UT3.2 Quark Tray Validation SOW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3D3071C-710F-7C4C-4902-368327DC2576}"/>
              </a:ext>
            </a:extLst>
          </p:cNvPr>
          <p:cNvSpPr txBox="1"/>
          <p:nvPr/>
        </p:nvSpPr>
        <p:spPr>
          <a:xfrm>
            <a:off x="1035252" y="1942133"/>
            <a:ext cx="2327592" cy="2454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40000"/>
              </a:lnSpc>
            </a:pPr>
            <a:r>
              <a:rPr lang="en-US" sz="500" b="1" dirty="0">
                <a:solidFill>
                  <a:srgbClr val="0C1A29"/>
                </a:solidFill>
                <a:latin typeface="+mj-lt"/>
              </a:rPr>
              <a:t>PG548 INIT Failed Unable to connect port  SOW 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37C771E-9249-F18E-A040-01953A3F1423}"/>
              </a:ext>
            </a:extLst>
          </p:cNvPr>
          <p:cNvSpPr txBox="1"/>
          <p:nvPr/>
        </p:nvSpPr>
        <p:spPr>
          <a:xfrm>
            <a:off x="1029699" y="2203025"/>
            <a:ext cx="2438400" cy="2454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40000"/>
              </a:lnSpc>
            </a:pPr>
            <a:r>
              <a:rPr lang="en-US" sz="500" b="1" dirty="0">
                <a:solidFill>
                  <a:srgbClr val="0C1A29"/>
                </a:solidFill>
                <a:latin typeface="+mj-lt"/>
              </a:rPr>
              <a:t>PG548 N2 EC_633 cpld-version-not-match SOW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AB7D53B-76C5-7698-9538-1ADA2C8B8669}"/>
              </a:ext>
            </a:extLst>
          </p:cNvPr>
          <p:cNvSpPr txBox="1"/>
          <p:nvPr/>
        </p:nvSpPr>
        <p:spPr>
          <a:xfrm>
            <a:off x="1029443" y="2076355"/>
            <a:ext cx="2133600" cy="2454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40000"/>
              </a:lnSpc>
            </a:pPr>
            <a:r>
              <a:rPr lang="en-US" sz="500" b="1" dirty="0">
                <a:solidFill>
                  <a:srgbClr val="0C1A29"/>
                </a:solidFill>
                <a:latin typeface="+mj-lt"/>
              </a:rPr>
              <a:t>PG548 N2 EC_766 Check DUT IP SOW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B026CC6-D3D9-A154-F51B-688503BD0C6C}"/>
              </a:ext>
            </a:extLst>
          </p:cNvPr>
          <p:cNvSpPr txBox="1"/>
          <p:nvPr/>
        </p:nvSpPr>
        <p:spPr>
          <a:xfrm>
            <a:off x="1029777" y="2483665"/>
            <a:ext cx="2438400" cy="2454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40000"/>
              </a:lnSpc>
            </a:pPr>
            <a:r>
              <a:rPr lang="en-US" sz="500" b="1" dirty="0">
                <a:solidFill>
                  <a:srgbClr val="0C1A29"/>
                </a:solidFill>
                <a:latin typeface="+mj-lt"/>
              </a:rPr>
              <a:t>PG548 N2 EXITCODE[127] Troubleshooting SOW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FBCD87E-F60C-BCB8-5CFC-55B715CDC409}"/>
              </a:ext>
            </a:extLst>
          </p:cNvPr>
          <p:cNvSpPr txBox="1"/>
          <p:nvPr/>
        </p:nvSpPr>
        <p:spPr>
          <a:xfrm>
            <a:off x="1029443" y="2350330"/>
            <a:ext cx="1905000" cy="2454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40000"/>
              </a:lnSpc>
            </a:pPr>
            <a:r>
              <a:rPr lang="en-US" sz="500" b="1" dirty="0">
                <a:solidFill>
                  <a:srgbClr val="0C1A29"/>
                </a:solidFill>
                <a:latin typeface="+mj-lt"/>
              </a:rPr>
              <a:t>PG548 N2 EXITCODE[255] Troubleshooting SOW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1913B42-605E-7337-4BD4-31FD063A1283}"/>
              </a:ext>
            </a:extLst>
          </p:cNvPr>
          <p:cNvSpPr txBox="1"/>
          <p:nvPr/>
        </p:nvSpPr>
        <p:spPr>
          <a:xfrm>
            <a:off x="1029443" y="2771057"/>
            <a:ext cx="1828800" cy="2454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40000"/>
              </a:lnSpc>
            </a:pPr>
            <a:r>
              <a:rPr lang="en-US" sz="500" b="1" dirty="0">
                <a:solidFill>
                  <a:srgbClr val="0C1A29"/>
                </a:solidFill>
                <a:latin typeface="+mj-lt"/>
              </a:rPr>
              <a:t>PG548 N2 INIT_PKG_FAIL_05 SOW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8F96D16-A684-323B-271E-E5A6DEB71385}"/>
              </a:ext>
            </a:extLst>
          </p:cNvPr>
          <p:cNvSpPr txBox="1"/>
          <p:nvPr/>
        </p:nvSpPr>
        <p:spPr>
          <a:xfrm>
            <a:off x="1032655" y="2627176"/>
            <a:ext cx="2209800" cy="2454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40000"/>
              </a:lnSpc>
            </a:pPr>
            <a:r>
              <a:rPr lang="en-US" sz="500" b="1" dirty="0">
                <a:solidFill>
                  <a:srgbClr val="0C1A29"/>
                </a:solidFill>
                <a:latin typeface="+mj-lt"/>
              </a:rPr>
              <a:t>PG548 N2 WIST_6 DUT FRU SN is mismatch SOW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DC85562-B865-3214-4DE1-8F39DCDA3E85}"/>
              </a:ext>
            </a:extLst>
          </p:cNvPr>
          <p:cNvSpPr txBox="1"/>
          <p:nvPr/>
        </p:nvSpPr>
        <p:spPr>
          <a:xfrm>
            <a:off x="5412469" y="1232019"/>
            <a:ext cx="1466568" cy="2454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40000"/>
              </a:lnSpc>
            </a:pPr>
            <a:r>
              <a:rPr lang="en-US" sz="500" b="1" dirty="0">
                <a:solidFill>
                  <a:srgbClr val="0C1A29"/>
                </a:solidFill>
                <a:latin typeface="+mj-lt"/>
              </a:rPr>
              <a:t>PG548_26Q3_MP_Bianca_53517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6856815-36D5-A77E-48E2-E646A1CE50DD}"/>
              </a:ext>
            </a:extLst>
          </p:cNvPr>
          <p:cNvSpPr txBox="1"/>
          <p:nvPr/>
        </p:nvSpPr>
        <p:spPr>
          <a:xfrm>
            <a:off x="5416054" y="1404710"/>
            <a:ext cx="1466565" cy="2223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</a:pPr>
            <a:r>
              <a:rPr lang="en-US" sz="500" b="1" dirty="0">
                <a:solidFill>
                  <a:schemeClr val="accent2">
                    <a:lumMod val="50000"/>
                  </a:schemeClr>
                </a:solidFill>
                <a:latin typeface="+mj-lt"/>
              </a:rPr>
              <a:t>PG548_26Q3_MP_Bianca_GB300_53457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044B59A-3E7C-D76C-679A-E237EDDE28CD}"/>
              </a:ext>
            </a:extLst>
          </p:cNvPr>
          <p:cNvSpPr txBox="1"/>
          <p:nvPr/>
        </p:nvSpPr>
        <p:spPr>
          <a:xfrm>
            <a:off x="5417723" y="1565965"/>
            <a:ext cx="1457885" cy="2223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</a:pPr>
            <a:r>
              <a:rPr lang="en-US" sz="500" b="1" dirty="0">
                <a:solidFill>
                  <a:schemeClr val="accent2">
                    <a:lumMod val="50000"/>
                  </a:schemeClr>
                </a:solidFill>
                <a:latin typeface="+mj-lt"/>
              </a:rPr>
              <a:t>PG548_26Q3_MP_Bianca_GB300_53412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1578146-2DC0-58C9-9CA3-AB6048812D6F}"/>
              </a:ext>
            </a:extLst>
          </p:cNvPr>
          <p:cNvSpPr txBox="1"/>
          <p:nvPr/>
        </p:nvSpPr>
        <p:spPr>
          <a:xfrm>
            <a:off x="5418507" y="1720876"/>
            <a:ext cx="1465826" cy="2223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</a:pPr>
            <a:r>
              <a:rPr lang="en-US" sz="500" b="1" dirty="0">
                <a:solidFill>
                  <a:schemeClr val="accent2">
                    <a:lumMod val="50000"/>
                  </a:schemeClr>
                </a:solidFill>
                <a:latin typeface="+mj-lt"/>
              </a:rPr>
              <a:t>PG548_26Q2_MP_Bianca_GB300_53454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318C4C6-D9AE-534D-DF51-68D9DE359040}"/>
              </a:ext>
            </a:extLst>
          </p:cNvPr>
          <p:cNvSpPr txBox="1"/>
          <p:nvPr/>
        </p:nvSpPr>
        <p:spPr>
          <a:xfrm>
            <a:off x="5418507" y="1870252"/>
            <a:ext cx="1451104" cy="2223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</a:pPr>
            <a:r>
              <a:rPr lang="en-US" sz="500" b="1" dirty="0">
                <a:solidFill>
                  <a:schemeClr val="accent2">
                    <a:lumMod val="50000"/>
                  </a:schemeClr>
                </a:solidFill>
                <a:latin typeface="+mj-lt"/>
              </a:rPr>
              <a:t>PG548_26Q1_MP_Bianca_51526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8A86F6D-5465-161D-829A-250F4FF08434}"/>
              </a:ext>
            </a:extLst>
          </p:cNvPr>
          <p:cNvSpPr txBox="1"/>
          <p:nvPr/>
        </p:nvSpPr>
        <p:spPr>
          <a:xfrm>
            <a:off x="5416054" y="2047603"/>
            <a:ext cx="1465826" cy="2223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00000"/>
              </a:lnSpc>
            </a:pPr>
            <a:r>
              <a:rPr lang="en-US" sz="500" b="1" dirty="0">
                <a:solidFill>
                  <a:schemeClr val="accent2">
                    <a:lumMod val="50000"/>
                  </a:schemeClr>
                </a:solidFill>
                <a:latin typeface="+mj-lt"/>
              </a:rPr>
              <a:t>PG548_26Q1_MP_Bianca_51652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D475040A-238E-86AD-A2E7-C224A1228655}"/>
              </a:ext>
            </a:extLst>
          </p:cNvPr>
          <p:cNvSpPr txBox="1"/>
          <p:nvPr/>
        </p:nvSpPr>
        <p:spPr>
          <a:xfrm>
            <a:off x="6878293" y="1217065"/>
            <a:ext cx="659483" cy="2454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240000"/>
              </a:lnSpc>
            </a:pPr>
            <a:r>
              <a:rPr lang="en-US" sz="500" b="1" dirty="0">
                <a:solidFill>
                  <a:srgbClr val="00B050"/>
                </a:solidFill>
                <a:latin typeface="Arial Black" panose="020B0A04020102020204" pitchFamily="34" charset="0"/>
              </a:rPr>
              <a:t>Completed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154DF29D-FE0D-82CA-30A2-D92D029E973C}"/>
              </a:ext>
            </a:extLst>
          </p:cNvPr>
          <p:cNvSpPr txBox="1"/>
          <p:nvPr/>
        </p:nvSpPr>
        <p:spPr>
          <a:xfrm>
            <a:off x="6885075" y="1372959"/>
            <a:ext cx="652703" cy="2454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240000"/>
              </a:lnSpc>
            </a:pPr>
            <a:r>
              <a:rPr lang="en-US" sz="500" b="1" dirty="0">
                <a:solidFill>
                  <a:srgbClr val="00B050"/>
                </a:solidFill>
                <a:latin typeface="Arial Black" panose="020B0A04020102020204" pitchFamily="34" charset="0"/>
              </a:rPr>
              <a:t>Completed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A4CABC20-7719-1CA3-D5C3-E8D9A62AA18B}"/>
              </a:ext>
            </a:extLst>
          </p:cNvPr>
          <p:cNvSpPr txBox="1"/>
          <p:nvPr/>
        </p:nvSpPr>
        <p:spPr>
          <a:xfrm>
            <a:off x="6884333" y="1538226"/>
            <a:ext cx="659483" cy="2454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240000"/>
              </a:lnSpc>
            </a:pPr>
            <a:r>
              <a:rPr lang="en-US" sz="500" b="1" dirty="0">
                <a:solidFill>
                  <a:srgbClr val="00B050"/>
                </a:solidFill>
                <a:latin typeface="Arial Black" panose="020B0A04020102020204" pitchFamily="34" charset="0"/>
              </a:rPr>
              <a:t>Completed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7B943529-E53D-ADB3-8E65-5E52D6B5EBE0}"/>
              </a:ext>
            </a:extLst>
          </p:cNvPr>
          <p:cNvSpPr txBox="1"/>
          <p:nvPr/>
        </p:nvSpPr>
        <p:spPr>
          <a:xfrm>
            <a:off x="6890846" y="1692902"/>
            <a:ext cx="653442" cy="2454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240000"/>
              </a:lnSpc>
            </a:pPr>
            <a:r>
              <a:rPr lang="en-US" sz="500" b="1" dirty="0">
                <a:solidFill>
                  <a:srgbClr val="00B050"/>
                </a:solidFill>
                <a:latin typeface="Arial Black" panose="020B0A04020102020204" pitchFamily="34" charset="0"/>
              </a:rPr>
              <a:t>Completed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D320911D-4798-E8D2-2A07-1C5D6226EA8D}"/>
              </a:ext>
            </a:extLst>
          </p:cNvPr>
          <p:cNvSpPr txBox="1"/>
          <p:nvPr/>
        </p:nvSpPr>
        <p:spPr>
          <a:xfrm>
            <a:off x="6884334" y="1847572"/>
            <a:ext cx="653442" cy="2454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240000"/>
              </a:lnSpc>
            </a:pPr>
            <a:r>
              <a:rPr lang="en-US" sz="500" b="1" dirty="0">
                <a:solidFill>
                  <a:srgbClr val="00B050"/>
                </a:solidFill>
                <a:latin typeface="Arial Black" panose="020B0A04020102020204" pitchFamily="34" charset="0"/>
              </a:rPr>
              <a:t>Completed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99306AC2-9280-4BC1-435B-310C7E84BCAD}"/>
              </a:ext>
            </a:extLst>
          </p:cNvPr>
          <p:cNvSpPr txBox="1"/>
          <p:nvPr/>
        </p:nvSpPr>
        <p:spPr>
          <a:xfrm>
            <a:off x="6878293" y="2032422"/>
            <a:ext cx="659483" cy="2454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240000"/>
              </a:lnSpc>
            </a:pPr>
            <a:r>
              <a:rPr lang="en-US" sz="500" b="1" dirty="0">
                <a:solidFill>
                  <a:srgbClr val="00B050"/>
                </a:solidFill>
                <a:latin typeface="Arial Black" panose="020B0A04020102020204" pitchFamily="34" charset="0"/>
              </a:rPr>
              <a:t>Completed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F7BCB223-235C-12A3-A89F-378909F57019}"/>
              </a:ext>
            </a:extLst>
          </p:cNvPr>
          <p:cNvSpPr txBox="1"/>
          <p:nvPr/>
        </p:nvSpPr>
        <p:spPr>
          <a:xfrm>
            <a:off x="7751326" y="1711609"/>
            <a:ext cx="505704" cy="4031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40000"/>
              </a:lnSpc>
            </a:pPr>
            <a:r>
              <a:rPr lang="en-US" sz="1000" b="1" dirty="0">
                <a:solidFill>
                  <a:srgbClr val="132270"/>
                </a:solidFill>
                <a:latin typeface="Arial Black" panose="020B0A04020102020204" pitchFamily="34" charset="0"/>
              </a:rPr>
              <a:t>548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C4E3BC38-8CF4-D291-CC61-E64662385343}"/>
              </a:ext>
            </a:extLst>
          </p:cNvPr>
          <p:cNvSpPr txBox="1"/>
          <p:nvPr/>
        </p:nvSpPr>
        <p:spPr>
          <a:xfrm>
            <a:off x="8499497" y="1721028"/>
            <a:ext cx="505704" cy="4031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40000"/>
              </a:lnSpc>
            </a:pPr>
            <a:r>
              <a:rPr lang="en-US" sz="1000" b="1" dirty="0">
                <a:solidFill>
                  <a:srgbClr val="132270"/>
                </a:solidFill>
                <a:latin typeface="Arial Black" panose="020B0A04020102020204" pitchFamily="34" charset="0"/>
              </a:rPr>
              <a:t>8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1D119C99-0A57-709B-AD86-F046B6DA2F48}"/>
              </a:ext>
            </a:extLst>
          </p:cNvPr>
          <p:cNvSpPr txBox="1"/>
          <p:nvPr/>
        </p:nvSpPr>
        <p:spPr>
          <a:xfrm>
            <a:off x="5592947" y="2290630"/>
            <a:ext cx="1228709" cy="7230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700" b="1" dirty="0">
                <a:solidFill>
                  <a:schemeClr val="accent2">
                    <a:lumMod val="50000"/>
                  </a:schemeClr>
                </a:solidFill>
                <a:latin typeface="Aptos" panose="020B0004020202020204" pitchFamily="34" charset="0"/>
              </a:rPr>
              <a:t>Setup</a:t>
            </a:r>
          </a:p>
          <a:p>
            <a:pPr>
              <a:lnSpc>
                <a:spcPct val="150000"/>
              </a:lnSpc>
            </a:pPr>
            <a:r>
              <a:rPr lang="en-US" sz="700" b="1" dirty="0">
                <a:solidFill>
                  <a:schemeClr val="accent2">
                    <a:lumMod val="50000"/>
                  </a:schemeClr>
                </a:solidFill>
                <a:latin typeface="Aptos" panose="020B0004020202020204" pitchFamily="34" charset="0"/>
              </a:rPr>
              <a:t>Testing</a:t>
            </a:r>
          </a:p>
          <a:p>
            <a:pPr>
              <a:lnSpc>
                <a:spcPct val="150000"/>
              </a:lnSpc>
            </a:pPr>
            <a:r>
              <a:rPr lang="en-US" sz="700" b="1" dirty="0">
                <a:solidFill>
                  <a:schemeClr val="accent2">
                    <a:lumMod val="50000"/>
                  </a:schemeClr>
                </a:solidFill>
                <a:latin typeface="Aptos" panose="020B0004020202020204" pitchFamily="34" charset="0"/>
              </a:rPr>
              <a:t>FW Checking</a:t>
            </a:r>
          </a:p>
          <a:p>
            <a:pPr>
              <a:lnSpc>
                <a:spcPct val="150000"/>
              </a:lnSpc>
            </a:pPr>
            <a:r>
              <a:rPr lang="en-US" sz="700" b="1" dirty="0">
                <a:solidFill>
                  <a:schemeClr val="accent2">
                    <a:lumMod val="50000"/>
                  </a:schemeClr>
                </a:solidFill>
                <a:latin typeface="Aptos" panose="020B0004020202020204" pitchFamily="34" charset="0"/>
              </a:rPr>
              <a:t>Release to Production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7B896E90-489C-E2E9-740A-3C87FD334BC8}"/>
              </a:ext>
            </a:extLst>
          </p:cNvPr>
          <p:cNvSpPr txBox="1"/>
          <p:nvPr/>
        </p:nvSpPr>
        <p:spPr>
          <a:xfrm>
            <a:off x="547728" y="3434055"/>
            <a:ext cx="185499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b="1" dirty="0">
                <a:solidFill>
                  <a:schemeClr val="accent2">
                    <a:lumMod val="5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ptos" panose="020B0004020202020204" pitchFamily="34" charset="0"/>
              </a:rPr>
              <a:t>Script Optimization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9CEBB79C-7EF7-BF47-DC1B-6248655CC508}"/>
              </a:ext>
            </a:extLst>
          </p:cNvPr>
          <p:cNvSpPr txBox="1"/>
          <p:nvPr/>
        </p:nvSpPr>
        <p:spPr>
          <a:xfrm>
            <a:off x="526667" y="4036008"/>
            <a:ext cx="340884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b="1" dirty="0">
                <a:solidFill>
                  <a:schemeClr val="accent2">
                    <a:lumMod val="5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ptos" panose="020B0004020202020204" pitchFamily="34" charset="0"/>
              </a:rPr>
              <a:t>POD 4 New Build PG548 Rack Automation - 54 Racks</a:t>
            </a:r>
          </a:p>
        </p:txBody>
      </p:sp>
      <p:pic>
        <p:nvPicPr>
          <p:cNvPr id="52" name="Picture 51">
            <a:extLst>
              <a:ext uri="{FF2B5EF4-FFF2-40B4-BE49-F238E27FC236}">
                <a16:creationId xmlns:a16="http://schemas.microsoft.com/office/drawing/2014/main" id="{98397A8C-6C42-E0AE-F266-AAD993AFF7A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74710" y="3485966"/>
            <a:ext cx="2714519" cy="515456"/>
          </a:xfrm>
          <a:prstGeom prst="rect">
            <a:avLst/>
          </a:prstGeom>
        </p:spPr>
      </p:pic>
      <p:sp>
        <p:nvSpPr>
          <p:cNvPr id="44" name="TextBox 43">
            <a:extLst>
              <a:ext uri="{FF2B5EF4-FFF2-40B4-BE49-F238E27FC236}">
                <a16:creationId xmlns:a16="http://schemas.microsoft.com/office/drawing/2014/main" id="{C0947E82-E5BB-D8C3-175B-7829DEC5E172}"/>
              </a:ext>
            </a:extLst>
          </p:cNvPr>
          <p:cNvSpPr txBox="1"/>
          <p:nvPr/>
        </p:nvSpPr>
        <p:spPr>
          <a:xfrm>
            <a:off x="1723085" y="3582819"/>
            <a:ext cx="1258884" cy="4459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20000"/>
              </a:lnSpc>
            </a:pPr>
            <a:r>
              <a:rPr lang="en-US" sz="490" b="1" dirty="0">
                <a:solidFill>
                  <a:schemeClr val="accent2">
                    <a:lumMod val="50000"/>
                  </a:schemeClr>
                </a:solidFill>
                <a:latin typeface="Aptos" panose="020B0004020202020204" pitchFamily="34" charset="0"/>
              </a:rPr>
              <a:t>RN_Repair.sh</a:t>
            </a:r>
          </a:p>
          <a:p>
            <a:pPr algn="ctr">
              <a:lnSpc>
                <a:spcPct val="120000"/>
              </a:lnSpc>
            </a:pPr>
            <a:r>
              <a:rPr lang="en-US" sz="490" b="1" dirty="0">
                <a:solidFill>
                  <a:schemeClr val="accent2">
                    <a:lumMod val="50000"/>
                  </a:schemeClr>
                </a:solidFill>
                <a:latin typeface="Aptos" panose="020B0004020202020204" pitchFamily="34" charset="0"/>
              </a:rPr>
              <a:t>water_flow_check.sh</a:t>
            </a:r>
          </a:p>
          <a:p>
            <a:pPr algn="ctr">
              <a:lnSpc>
                <a:spcPct val="120000"/>
              </a:lnSpc>
            </a:pPr>
            <a:r>
              <a:rPr lang="en-US" sz="490" b="1" dirty="0">
                <a:solidFill>
                  <a:schemeClr val="accent2">
                    <a:lumMod val="50000"/>
                  </a:schemeClr>
                </a:solidFill>
                <a:latin typeface="Aptos" panose="020B0004020202020204" pitchFamily="34" charset="0"/>
              </a:rPr>
              <a:t>get_sfcs_GETNVFRU2.sh</a:t>
            </a:r>
          </a:p>
          <a:p>
            <a:pPr algn="ctr">
              <a:lnSpc>
                <a:spcPct val="120000"/>
              </a:lnSpc>
            </a:pPr>
            <a:r>
              <a:rPr lang="en-US" sz="490" b="1" dirty="0">
                <a:solidFill>
                  <a:schemeClr val="accent2">
                    <a:lumMod val="50000"/>
                  </a:schemeClr>
                </a:solidFill>
                <a:latin typeface="Aptos" panose="020B0004020202020204" pitchFamily="34" charset="0"/>
              </a:rPr>
              <a:t>Auto_Flash_PCIe_FW_local_vm.sh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724BBB96-96D8-01D8-4DE8-91B0C3FA80BE}"/>
              </a:ext>
            </a:extLst>
          </p:cNvPr>
          <p:cNvSpPr txBox="1"/>
          <p:nvPr/>
        </p:nvSpPr>
        <p:spPr>
          <a:xfrm>
            <a:off x="1994862" y="3448195"/>
            <a:ext cx="669159" cy="20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550" b="1" dirty="0">
                <a:solidFill>
                  <a:schemeClr val="bg1"/>
                </a:solidFill>
                <a:latin typeface="Aptos" panose="020B0004020202020204" pitchFamily="34" charset="0"/>
              </a:rPr>
              <a:t>Script Name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238D8849-15EA-3C6B-B5D3-609217C936D6}"/>
              </a:ext>
            </a:extLst>
          </p:cNvPr>
          <p:cNvSpPr txBox="1"/>
          <p:nvPr/>
        </p:nvSpPr>
        <p:spPr>
          <a:xfrm>
            <a:off x="2828725" y="3438640"/>
            <a:ext cx="773230" cy="2035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550" b="1" dirty="0">
                <a:solidFill>
                  <a:schemeClr val="bg1"/>
                </a:solidFill>
                <a:latin typeface="+mj-lt"/>
              </a:rPr>
              <a:t>Original Time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F38016B4-A0F3-1BF6-7C6E-B778B850544A}"/>
              </a:ext>
            </a:extLst>
          </p:cNvPr>
          <p:cNvSpPr txBox="1"/>
          <p:nvPr/>
        </p:nvSpPr>
        <p:spPr>
          <a:xfrm>
            <a:off x="3330464" y="3445086"/>
            <a:ext cx="711486" cy="2035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550" b="1" dirty="0">
                <a:solidFill>
                  <a:schemeClr val="bg1"/>
                </a:solidFill>
                <a:latin typeface="+mj-lt"/>
              </a:rPr>
              <a:t>Optimize Time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5FED5DA3-7775-E06D-9C27-A2D19B4299AD}"/>
              </a:ext>
            </a:extLst>
          </p:cNvPr>
          <p:cNvSpPr txBox="1"/>
          <p:nvPr/>
        </p:nvSpPr>
        <p:spPr>
          <a:xfrm>
            <a:off x="3876692" y="3445086"/>
            <a:ext cx="664162" cy="2035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550" b="1" dirty="0">
                <a:solidFill>
                  <a:schemeClr val="bg1"/>
                </a:solidFill>
                <a:latin typeface="+mj-lt"/>
              </a:rPr>
              <a:t>Time Save (%)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9FB0A8F5-A67D-C8D7-A770-CADF8A432FFA}"/>
              </a:ext>
            </a:extLst>
          </p:cNvPr>
          <p:cNvSpPr txBox="1"/>
          <p:nvPr/>
        </p:nvSpPr>
        <p:spPr>
          <a:xfrm>
            <a:off x="2974519" y="3590099"/>
            <a:ext cx="473586" cy="41710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20000"/>
              </a:lnSpc>
            </a:pPr>
            <a:r>
              <a:rPr lang="en-US" sz="450" b="1" dirty="0">
                <a:solidFill>
                  <a:schemeClr val="accent2">
                    <a:lumMod val="50000"/>
                  </a:schemeClr>
                </a:solidFill>
                <a:latin typeface="+mj-lt"/>
              </a:rPr>
              <a:t>180 Sec.</a:t>
            </a:r>
          </a:p>
          <a:p>
            <a:pPr>
              <a:lnSpc>
                <a:spcPct val="120000"/>
              </a:lnSpc>
            </a:pPr>
            <a:r>
              <a:rPr lang="en-US" sz="450" b="1" dirty="0">
                <a:solidFill>
                  <a:schemeClr val="accent2">
                    <a:lumMod val="50000"/>
                  </a:schemeClr>
                </a:solidFill>
                <a:latin typeface="+mj-lt"/>
              </a:rPr>
              <a:t>120 Sec.</a:t>
            </a:r>
          </a:p>
          <a:p>
            <a:pPr>
              <a:lnSpc>
                <a:spcPct val="120000"/>
              </a:lnSpc>
            </a:pPr>
            <a:r>
              <a:rPr lang="en-US" sz="450" b="1" dirty="0">
                <a:solidFill>
                  <a:schemeClr val="accent2">
                    <a:lumMod val="50000"/>
                  </a:schemeClr>
                </a:solidFill>
                <a:latin typeface="+mj-lt"/>
              </a:rPr>
              <a:t>180 Sec.</a:t>
            </a:r>
          </a:p>
          <a:p>
            <a:pPr>
              <a:lnSpc>
                <a:spcPct val="120000"/>
              </a:lnSpc>
            </a:pPr>
            <a:r>
              <a:rPr lang="en-US" sz="450" b="1" dirty="0">
                <a:solidFill>
                  <a:schemeClr val="accent2">
                    <a:lumMod val="50000"/>
                  </a:schemeClr>
                </a:solidFill>
                <a:latin typeface="+mj-lt"/>
              </a:rPr>
              <a:t>180 Sec.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DACBCF77-96D4-F46A-6B26-3D0714C882ED}"/>
              </a:ext>
            </a:extLst>
          </p:cNvPr>
          <p:cNvSpPr txBox="1"/>
          <p:nvPr/>
        </p:nvSpPr>
        <p:spPr>
          <a:xfrm>
            <a:off x="3469114" y="3590099"/>
            <a:ext cx="473586" cy="41710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20000"/>
              </a:lnSpc>
            </a:pPr>
            <a:r>
              <a:rPr lang="en-US" sz="450" b="1" dirty="0">
                <a:solidFill>
                  <a:schemeClr val="accent2">
                    <a:lumMod val="50000"/>
                  </a:schemeClr>
                </a:solidFill>
                <a:latin typeface="+mj-lt"/>
              </a:rPr>
              <a:t>15 Sec.</a:t>
            </a:r>
          </a:p>
          <a:p>
            <a:pPr>
              <a:lnSpc>
                <a:spcPct val="120000"/>
              </a:lnSpc>
            </a:pPr>
            <a:r>
              <a:rPr lang="en-US" sz="450" b="1" dirty="0">
                <a:solidFill>
                  <a:schemeClr val="accent2">
                    <a:lumMod val="50000"/>
                  </a:schemeClr>
                </a:solidFill>
                <a:latin typeface="+mj-lt"/>
              </a:rPr>
              <a:t>10 Sec.</a:t>
            </a:r>
          </a:p>
          <a:p>
            <a:pPr>
              <a:lnSpc>
                <a:spcPct val="120000"/>
              </a:lnSpc>
            </a:pPr>
            <a:r>
              <a:rPr lang="en-US" sz="450" b="1" dirty="0">
                <a:solidFill>
                  <a:schemeClr val="accent2">
                    <a:lumMod val="50000"/>
                  </a:schemeClr>
                </a:solidFill>
                <a:latin typeface="+mj-lt"/>
              </a:rPr>
              <a:t>10 Sec.</a:t>
            </a:r>
          </a:p>
          <a:p>
            <a:pPr>
              <a:lnSpc>
                <a:spcPct val="120000"/>
              </a:lnSpc>
            </a:pPr>
            <a:r>
              <a:rPr lang="en-US" sz="450" b="1" dirty="0">
                <a:solidFill>
                  <a:schemeClr val="accent2">
                    <a:lumMod val="50000"/>
                  </a:schemeClr>
                </a:solidFill>
                <a:latin typeface="+mj-lt"/>
              </a:rPr>
              <a:t>10Sec.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549096E1-27D7-77D1-D473-81E7019660F6}"/>
              </a:ext>
            </a:extLst>
          </p:cNvPr>
          <p:cNvSpPr txBox="1"/>
          <p:nvPr/>
        </p:nvSpPr>
        <p:spPr>
          <a:xfrm>
            <a:off x="3969643" y="3590099"/>
            <a:ext cx="473586" cy="41710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20000"/>
              </a:lnSpc>
            </a:pPr>
            <a:r>
              <a:rPr lang="en-US" sz="450" b="1" dirty="0">
                <a:solidFill>
                  <a:schemeClr val="accent2">
                    <a:lumMod val="50000"/>
                  </a:schemeClr>
                </a:solidFill>
                <a:latin typeface="+mj-lt"/>
              </a:rPr>
              <a:t>91.67%</a:t>
            </a:r>
          </a:p>
          <a:p>
            <a:pPr>
              <a:lnSpc>
                <a:spcPct val="120000"/>
              </a:lnSpc>
            </a:pPr>
            <a:r>
              <a:rPr lang="en-US" sz="450" b="1" dirty="0">
                <a:solidFill>
                  <a:schemeClr val="accent2">
                    <a:lumMod val="50000"/>
                  </a:schemeClr>
                </a:solidFill>
                <a:latin typeface="+mj-lt"/>
              </a:rPr>
              <a:t>91.67%</a:t>
            </a:r>
          </a:p>
          <a:p>
            <a:pPr>
              <a:lnSpc>
                <a:spcPct val="120000"/>
              </a:lnSpc>
            </a:pPr>
            <a:r>
              <a:rPr lang="en-US" sz="450" b="1" dirty="0">
                <a:solidFill>
                  <a:schemeClr val="accent2">
                    <a:lumMod val="50000"/>
                  </a:schemeClr>
                </a:solidFill>
                <a:latin typeface="+mj-lt"/>
              </a:rPr>
              <a:t>91.67%</a:t>
            </a:r>
          </a:p>
          <a:p>
            <a:pPr>
              <a:lnSpc>
                <a:spcPct val="120000"/>
              </a:lnSpc>
            </a:pPr>
            <a:r>
              <a:rPr lang="en-US" sz="450" b="1" dirty="0">
                <a:solidFill>
                  <a:schemeClr val="accent2">
                    <a:lumMod val="50000"/>
                  </a:schemeClr>
                </a:solidFill>
                <a:latin typeface="+mj-lt"/>
              </a:rPr>
              <a:t>94.44%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5350EB20-1C20-F2B4-E9B3-33CB665A3429}"/>
              </a:ext>
            </a:extLst>
          </p:cNvPr>
          <p:cNvSpPr txBox="1"/>
          <p:nvPr/>
        </p:nvSpPr>
        <p:spPr>
          <a:xfrm>
            <a:off x="3323626" y="1272689"/>
            <a:ext cx="2076796" cy="10326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29000"/>
              </a:lnSpc>
            </a:pPr>
            <a:r>
              <a:rPr lang="en-US" sz="550" b="1" dirty="0">
                <a:solidFill>
                  <a:schemeClr val="accent2">
                    <a:lumMod val="50000"/>
                  </a:schemeClr>
                </a:solidFill>
                <a:latin typeface="Aptos" panose="020B0004020202020204" pitchFamily="34" charset="0"/>
              </a:rPr>
              <a:t>Fusion eye Batch Stop &amp; Start Test Standard Procedure</a:t>
            </a:r>
          </a:p>
          <a:p>
            <a:pPr>
              <a:lnSpc>
                <a:spcPct val="229000"/>
              </a:lnSpc>
            </a:pPr>
            <a:r>
              <a:rPr lang="en-US" sz="550" b="1" dirty="0">
                <a:solidFill>
                  <a:schemeClr val="accent2">
                    <a:lumMod val="50000"/>
                  </a:schemeClr>
                </a:solidFill>
                <a:latin typeface="Aptos" panose="020B0004020202020204" pitchFamily="34" charset="0"/>
              </a:rPr>
              <a:t>Fusion eye Rack Auto-Lock Assignment SOP</a:t>
            </a:r>
          </a:p>
          <a:p>
            <a:pPr>
              <a:lnSpc>
                <a:spcPct val="229000"/>
              </a:lnSpc>
            </a:pPr>
            <a:r>
              <a:rPr lang="en-US" sz="550" b="1" dirty="0">
                <a:solidFill>
                  <a:schemeClr val="accent2">
                    <a:lumMod val="50000"/>
                  </a:schemeClr>
                </a:solidFill>
                <a:latin typeface="Aptos" panose="020B0004020202020204" pitchFamily="34" charset="0"/>
              </a:rPr>
              <a:t>GB300_PG548 Rack set-up Standard Procedure</a:t>
            </a:r>
          </a:p>
          <a:p>
            <a:pPr>
              <a:lnSpc>
                <a:spcPct val="229000"/>
              </a:lnSpc>
            </a:pPr>
            <a:r>
              <a:rPr lang="en-US" sz="550" b="1" dirty="0">
                <a:solidFill>
                  <a:schemeClr val="accent2">
                    <a:lumMod val="50000"/>
                  </a:schemeClr>
                </a:solidFill>
                <a:latin typeface="Aptos" panose="020B0004020202020204" pitchFamily="34" charset="0"/>
              </a:rPr>
              <a:t>GB300_PG548 Validation Flow Standard Procedure</a:t>
            </a:r>
          </a:p>
          <a:p>
            <a:pPr>
              <a:lnSpc>
                <a:spcPct val="229000"/>
              </a:lnSpc>
            </a:pPr>
            <a:r>
              <a:rPr lang="en-US" sz="550" b="1" dirty="0">
                <a:solidFill>
                  <a:schemeClr val="accent2">
                    <a:lumMod val="50000"/>
                  </a:schemeClr>
                </a:solidFill>
                <a:latin typeface="Aptos" panose="020B0004020202020204" pitchFamily="34" charset="0"/>
              </a:rPr>
              <a:t>GB300PG548 Tray Manual Setup Standard Procedure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6319A87B-4BB0-F428-B634-E22D5C444F18}"/>
              </a:ext>
            </a:extLst>
          </p:cNvPr>
          <p:cNvSpPr txBox="1"/>
          <p:nvPr/>
        </p:nvSpPr>
        <p:spPr>
          <a:xfrm>
            <a:off x="857947" y="4198132"/>
            <a:ext cx="2032398" cy="6285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800" b="1" dirty="0">
                <a:solidFill>
                  <a:schemeClr val="accent2">
                    <a:lumMod val="50000"/>
                  </a:schemeClr>
                </a:solidFill>
                <a:latin typeface="Aptos" panose="020B0004020202020204" pitchFamily="34" charset="0"/>
              </a:rPr>
              <a:t>Network Checking</a:t>
            </a:r>
          </a:p>
          <a:p>
            <a:pPr>
              <a:lnSpc>
                <a:spcPct val="150000"/>
              </a:lnSpc>
            </a:pPr>
            <a:r>
              <a:rPr lang="en-US" sz="800" b="1" dirty="0">
                <a:solidFill>
                  <a:schemeClr val="accent2">
                    <a:lumMod val="50000"/>
                  </a:schemeClr>
                </a:solidFill>
                <a:latin typeface="Aptos" panose="020B0004020202020204" pitchFamily="34" charset="0"/>
              </a:rPr>
              <a:t>Cabling and Harnessing</a:t>
            </a:r>
          </a:p>
          <a:p>
            <a:pPr>
              <a:lnSpc>
                <a:spcPct val="150000"/>
              </a:lnSpc>
            </a:pPr>
            <a:r>
              <a:rPr lang="en-US" sz="800" b="1" dirty="0">
                <a:solidFill>
                  <a:schemeClr val="accent2">
                    <a:lumMod val="50000"/>
                  </a:schemeClr>
                </a:solidFill>
                <a:latin typeface="Aptos" panose="020B0004020202020204" pitchFamily="34" charset="0"/>
              </a:rPr>
              <a:t>Automation Test Assisting</a:t>
            </a:r>
          </a:p>
        </p:txBody>
      </p:sp>
      <p:pic>
        <p:nvPicPr>
          <p:cNvPr id="59" name="Picture 58">
            <a:extLst>
              <a:ext uri="{FF2B5EF4-FFF2-40B4-BE49-F238E27FC236}">
                <a16:creationId xmlns:a16="http://schemas.microsoft.com/office/drawing/2014/main" id="{235596F0-8330-E9F9-872B-B016BF0AB80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82302" y="3454316"/>
            <a:ext cx="342889" cy="191271"/>
          </a:xfrm>
          <a:prstGeom prst="rect">
            <a:avLst/>
          </a:prstGeom>
        </p:spPr>
      </p:pic>
      <p:pic>
        <p:nvPicPr>
          <p:cNvPr id="57" name="Picture 56">
            <a:extLst>
              <a:ext uri="{FF2B5EF4-FFF2-40B4-BE49-F238E27FC236}">
                <a16:creationId xmlns:a16="http://schemas.microsoft.com/office/drawing/2014/main" id="{E29647C5-3911-F4D1-115B-3B6ADA1FFE2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234778" y="3647274"/>
            <a:ext cx="183729" cy="447074"/>
          </a:xfrm>
          <a:prstGeom prst="rect">
            <a:avLst/>
          </a:prstGeom>
        </p:spPr>
      </p:pic>
      <p:sp>
        <p:nvSpPr>
          <p:cNvPr id="55" name="TextBox 54">
            <a:extLst>
              <a:ext uri="{FF2B5EF4-FFF2-40B4-BE49-F238E27FC236}">
                <a16:creationId xmlns:a16="http://schemas.microsoft.com/office/drawing/2014/main" id="{1001372A-E20A-5A2C-DC85-7AA794C463C5}"/>
              </a:ext>
            </a:extLst>
          </p:cNvPr>
          <p:cNvSpPr txBox="1"/>
          <p:nvPr/>
        </p:nvSpPr>
        <p:spPr>
          <a:xfrm>
            <a:off x="5150113" y="3448540"/>
            <a:ext cx="2557202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b="1" dirty="0">
                <a:solidFill>
                  <a:schemeClr val="accent2">
                    <a:lumMod val="5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ptos" panose="020B0004020202020204" pitchFamily="34" charset="0"/>
              </a:rPr>
              <a:t>New TE DL Training Evaluation Report (2 new DL)</a:t>
            </a:r>
          </a:p>
        </p:txBody>
      </p:sp>
      <p:pic>
        <p:nvPicPr>
          <p:cNvPr id="62" name="Picture 61">
            <a:extLst>
              <a:ext uri="{FF2B5EF4-FFF2-40B4-BE49-F238E27FC236}">
                <a16:creationId xmlns:a16="http://schemas.microsoft.com/office/drawing/2014/main" id="{3387886E-B816-F32B-9029-C7241F45E33E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217215" y="4250041"/>
            <a:ext cx="273064" cy="273064"/>
          </a:xfrm>
          <a:prstGeom prst="rect">
            <a:avLst/>
          </a:prstGeom>
        </p:spPr>
      </p:pic>
      <p:pic>
        <p:nvPicPr>
          <p:cNvPr id="60" name="Picture 59">
            <a:extLst>
              <a:ext uri="{FF2B5EF4-FFF2-40B4-BE49-F238E27FC236}">
                <a16:creationId xmlns:a16="http://schemas.microsoft.com/office/drawing/2014/main" id="{DCA00556-A37E-7AD0-07A3-411BDE9A9FD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234778" y="4367110"/>
            <a:ext cx="183729" cy="447074"/>
          </a:xfrm>
          <a:prstGeom prst="rect">
            <a:avLst/>
          </a:prstGeom>
        </p:spPr>
      </p:pic>
      <p:sp>
        <p:nvSpPr>
          <p:cNvPr id="4096" name="TextBox 4095">
            <a:extLst>
              <a:ext uri="{FF2B5EF4-FFF2-40B4-BE49-F238E27FC236}">
                <a16:creationId xmlns:a16="http://schemas.microsoft.com/office/drawing/2014/main" id="{369F80C6-226C-57C1-9615-00846D2BB633}"/>
              </a:ext>
            </a:extLst>
          </p:cNvPr>
          <p:cNvSpPr txBox="1"/>
          <p:nvPr/>
        </p:nvSpPr>
        <p:spPr>
          <a:xfrm>
            <a:off x="5140669" y="4168520"/>
            <a:ext cx="270662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b="1" dirty="0">
                <a:solidFill>
                  <a:schemeClr val="accent2">
                    <a:lumMod val="5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ptos" panose="020B0004020202020204" pitchFamily="34" charset="0"/>
              </a:rPr>
              <a:t>New Spartan Training Candidates (3 Participants)</a:t>
            </a:r>
          </a:p>
        </p:txBody>
      </p:sp>
      <p:sp>
        <p:nvSpPr>
          <p:cNvPr id="4097" name="TextBox 4096">
            <a:extLst>
              <a:ext uri="{FF2B5EF4-FFF2-40B4-BE49-F238E27FC236}">
                <a16:creationId xmlns:a16="http://schemas.microsoft.com/office/drawing/2014/main" id="{1312B80E-FD22-8A75-385F-D556534604A7}"/>
              </a:ext>
            </a:extLst>
          </p:cNvPr>
          <p:cNvSpPr txBox="1"/>
          <p:nvPr/>
        </p:nvSpPr>
        <p:spPr>
          <a:xfrm>
            <a:off x="5333443" y="3589797"/>
            <a:ext cx="2648609" cy="5280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650" b="1" dirty="0">
                <a:solidFill>
                  <a:schemeClr val="accent2">
                    <a:lumMod val="50000"/>
                  </a:schemeClr>
                </a:solidFill>
                <a:latin typeface="Aptos" panose="020B0004020202020204" pitchFamily="34" charset="0"/>
              </a:rPr>
              <a:t>Tracked progress, recorded scores, and managed weekly</a:t>
            </a:r>
          </a:p>
          <a:p>
            <a:pPr>
              <a:lnSpc>
                <a:spcPct val="150000"/>
              </a:lnSpc>
            </a:pPr>
            <a:r>
              <a:rPr lang="en-US" sz="650" b="1" dirty="0">
                <a:solidFill>
                  <a:schemeClr val="accent2">
                    <a:lumMod val="50000"/>
                  </a:schemeClr>
                </a:solidFill>
                <a:latin typeface="Aptos" panose="020B0004020202020204" pitchFamily="34" charset="0"/>
              </a:rPr>
              <a:t>Delivered assessments, practical exams, and feedback</a:t>
            </a:r>
          </a:p>
          <a:p>
            <a:pPr>
              <a:lnSpc>
                <a:spcPct val="150000"/>
              </a:lnSpc>
            </a:pPr>
            <a:r>
              <a:rPr lang="en-US" sz="650" b="1" dirty="0">
                <a:solidFill>
                  <a:schemeClr val="accent2">
                    <a:lumMod val="50000"/>
                  </a:schemeClr>
                </a:solidFill>
                <a:latin typeface="Aptos" panose="020B0004020202020204" pitchFamily="34" charset="0"/>
              </a:rPr>
              <a:t>Evaluated and passed 2 participants</a:t>
            </a:r>
          </a:p>
        </p:txBody>
      </p:sp>
      <p:sp>
        <p:nvSpPr>
          <p:cNvPr id="4098" name="TextBox 4097">
            <a:extLst>
              <a:ext uri="{FF2B5EF4-FFF2-40B4-BE49-F238E27FC236}">
                <a16:creationId xmlns:a16="http://schemas.microsoft.com/office/drawing/2014/main" id="{DA1FE5A2-80C3-E044-2F5C-A5AF3FBEDB7C}"/>
              </a:ext>
            </a:extLst>
          </p:cNvPr>
          <p:cNvSpPr txBox="1"/>
          <p:nvPr/>
        </p:nvSpPr>
        <p:spPr>
          <a:xfrm>
            <a:off x="5341779" y="4315836"/>
            <a:ext cx="3969671" cy="5213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640" b="1" dirty="0">
                <a:solidFill>
                  <a:schemeClr val="accent2">
                    <a:lumMod val="50000"/>
                  </a:schemeClr>
                </a:solidFill>
                <a:latin typeface="Aptos" panose="020B0004020202020204" pitchFamily="34" charset="0"/>
              </a:rPr>
              <a:t>Prepare Two Training Topics Related to the TE-Spartan/TE-DL Work Process</a:t>
            </a:r>
          </a:p>
          <a:p>
            <a:pPr>
              <a:lnSpc>
                <a:spcPct val="150000"/>
              </a:lnSpc>
            </a:pPr>
            <a:r>
              <a:rPr lang="en-US" sz="640" b="1" dirty="0">
                <a:solidFill>
                  <a:schemeClr val="accent2">
                    <a:lumMod val="50000"/>
                  </a:schemeClr>
                </a:solidFill>
                <a:latin typeface="Aptos" panose="020B0004020202020204" pitchFamily="34" charset="0"/>
              </a:rPr>
              <a:t>Schedule and Conduct Hands-On Training for the Candidates</a:t>
            </a:r>
          </a:p>
          <a:p>
            <a:pPr>
              <a:lnSpc>
                <a:spcPct val="150000"/>
              </a:lnSpc>
            </a:pPr>
            <a:r>
              <a:rPr lang="en-US" sz="640" b="1" dirty="0">
                <a:solidFill>
                  <a:schemeClr val="accent2">
                    <a:lumMod val="50000"/>
                  </a:schemeClr>
                </a:solidFill>
                <a:latin typeface="Aptos" panose="020B0004020202020204" pitchFamily="34" charset="0"/>
              </a:rPr>
              <a:t>Conduct Written and Practical Examinations, Then Evaluate the Performance</a:t>
            </a:r>
          </a:p>
        </p:txBody>
      </p:sp>
      <p:sp>
        <p:nvSpPr>
          <p:cNvPr id="4099" name="TextBox 4098">
            <a:extLst>
              <a:ext uri="{FF2B5EF4-FFF2-40B4-BE49-F238E27FC236}">
                <a16:creationId xmlns:a16="http://schemas.microsoft.com/office/drawing/2014/main" id="{11E0884F-3F6E-ACE5-47DC-2DF692E2B17D}"/>
              </a:ext>
            </a:extLst>
          </p:cNvPr>
          <p:cNvSpPr txBox="1"/>
          <p:nvPr/>
        </p:nvSpPr>
        <p:spPr>
          <a:xfrm>
            <a:off x="7512813" y="1083164"/>
            <a:ext cx="185499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50" b="1" dirty="0">
                <a:solidFill>
                  <a:schemeClr val="accent2">
                    <a:lumMod val="5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ptos" panose="020B0004020202020204" pitchFamily="34" charset="0"/>
              </a:rPr>
              <a:t>EC_814 PCIE Test Monitoring </a:t>
            </a:r>
          </a:p>
        </p:txBody>
      </p:sp>
      <p:pic>
        <p:nvPicPr>
          <p:cNvPr id="5128" name="Picture 8">
            <a:extLst>
              <a:ext uri="{FF2B5EF4-FFF2-40B4-BE49-F238E27FC236}">
                <a16:creationId xmlns:a16="http://schemas.microsoft.com/office/drawing/2014/main" id="{50134C82-3686-C82B-0A6F-0D3F7742E1C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 cstate="print">
            <a:extLst>
              <a:ext uri="{BEBA8EAE-BF5A-486C-A8C5-ECC9F3942E4B}">
                <a14:imgProps xmlns:a14="http://schemas.microsoft.com/office/drawing/2010/main">
                  <a14:imgLayer r:embed="rId10">
                    <a14:imgEffect>
                      <a14:backgroundRemoval t="9961" b="89941" l="7096" r="89974">
                        <a14:foregroundMark x1="70638" y1="60645" x2="70638" y2="60645"/>
                        <a14:foregroundMark x1="69531" y1="60645" x2="69531" y2="60645"/>
                        <a14:foregroundMark x1="69857" y1="63965" x2="70964" y2="63379"/>
                        <a14:foregroundMark x1="82878" y1="42676" x2="82878" y2="42676"/>
                        <a14:foregroundMark x1="63477" y1="80469" x2="63477" y2="80469"/>
                        <a14:foregroundMark x1="69596" y1="75098" x2="69596" y2="75098"/>
                        <a14:foregroundMark x1="78320" y1="62012" x2="78320" y2="62012"/>
                        <a14:foregroundMark x1="78125" y1="57227" x2="78125" y2="57227"/>
                        <a14:foregroundMark x1="74154" y1="49219" x2="74154" y2="49219"/>
                        <a14:foregroundMark x1="75521" y1="52539" x2="75521" y2="52539"/>
                        <a14:foregroundMark x1="20768" y1="41211" x2="20768" y2="41211"/>
                        <a14:foregroundMark x1="19010" y1="47168" x2="19010" y2="47168"/>
                        <a14:foregroundMark x1="20768" y1="54004" x2="20768" y2="54004"/>
                        <a14:foregroundMark x1="22982" y1="60547" x2="22982" y2="60547"/>
                        <a14:foregroundMark x1="7096" y1="47168" x2="7878" y2="47168"/>
                        <a14:foregroundMark x1="16406" y1="54297" x2="16406" y2="54297"/>
                        <a14:foregroundMark x1="72005" y1="58789" x2="72005" y2="58789"/>
                        <a14:foregroundMark x1="66016" y1="64160" x2="66016" y2="64160"/>
                        <a14:foregroundMark x1="69596" y1="54590" x2="69596" y2="54590"/>
                        <a14:foregroundMark x1="72786" y1="65918" x2="72786" y2="65918"/>
                        <a14:foregroundMark x1="69792" y1="74512" x2="69792" y2="74512"/>
                        <a14:foregroundMark x1="74544" y1="72754" x2="74544" y2="72754"/>
                        <a14:foregroundMark x1="76172" y1="69434" x2="76172" y2="69434"/>
                        <a14:foregroundMark x1="77344" y1="67969" x2="77344" y2="67969"/>
                        <a14:foregroundMark x1="74349" y1="73047" x2="74349" y2="73047"/>
                        <a14:foregroundMark x1="76953" y1="70410" x2="76953" y2="70410"/>
                        <a14:foregroundMark x1="75326" y1="71875" x2="75326" y2="71875"/>
                        <a14:foregroundMark x1="68034" y1="75098" x2="68034" y2="75098"/>
                        <a14:foregroundMark x1="65234" y1="73926" x2="65234" y2="73926"/>
                        <a14:foregroundMark x1="76953" y1="54590" x2="76953" y2="54590"/>
                        <a14:foregroundMark x1="75521" y1="51563" x2="75521" y2="51563"/>
                        <a14:foregroundMark x1="75130" y1="50684" x2="75130" y2="50684"/>
                        <a14:foregroundMark x1="76367" y1="53125" x2="76367" y2="53125"/>
                        <a14:foregroundMark x1="75326" y1="50684" x2="75326" y2="50684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9026" y="3602645"/>
            <a:ext cx="727870" cy="4852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6" name="Picture 4105">
            <a:extLst>
              <a:ext uri="{FF2B5EF4-FFF2-40B4-BE49-F238E27FC236}">
                <a16:creationId xmlns:a16="http://schemas.microsoft.com/office/drawing/2014/main" id="{C0BB2917-90FF-CA40-D615-1C9AB239B695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BEBA8EAE-BF5A-486C-A8C5-ECC9F3942E4B}">
                <a14:imgProps xmlns:a14="http://schemas.microsoft.com/office/drawing/2010/main">
                  <a14:imgLayer r:embed="rId12">
                    <a14:imgEffect>
                      <a14:backgroundRemoval t="9220" b="89362" l="9192" r="95087">
                        <a14:foregroundMark x1="24723" y1="56028" x2="25040" y2="56028"/>
                        <a14:foregroundMark x1="21236" y1="51773" x2="31696" y2="65957"/>
                        <a14:foregroundMark x1="14263" y1="42553" x2="28526" y2="63830"/>
                        <a14:foregroundMark x1="16482" y1="19149" x2="36133" y2="30496"/>
                        <a14:foregroundMark x1="12203" y1="24823" x2="25357" y2="38298"/>
                        <a14:foregroundMark x1="10143" y1="46099" x2="12361" y2="67376"/>
                        <a14:foregroundMark x1="9350" y1="63830" x2="17750" y2="84397"/>
                        <a14:foregroundMark x1="34548" y1="67376" x2="52615" y2="68794"/>
                        <a14:foregroundMark x1="37242" y1="17730" x2="53883" y2="17730"/>
                        <a14:foregroundMark x1="56577" y1="19149" x2="68463" y2="21986"/>
                        <a14:foregroundMark x1="68463" y1="21986" x2="81458" y2="12766"/>
                        <a14:foregroundMark x1="84945" y1="21986" x2="95087" y2="29078"/>
                        <a14:foregroundMark x1="82884" y1="77305" x2="62599" y2="81560"/>
                        <a14:foregroundMark x1="60539" y1="81560" x2="46276" y2="80851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4029559" y="677781"/>
            <a:ext cx="1187656" cy="265387"/>
          </a:xfrm>
          <a:prstGeom prst="rect">
            <a:avLst/>
          </a:prstGeom>
        </p:spPr>
      </p:pic>
      <p:sp>
        <p:nvSpPr>
          <p:cNvPr id="4107" name="TextBox 4106">
            <a:extLst>
              <a:ext uri="{FF2B5EF4-FFF2-40B4-BE49-F238E27FC236}">
                <a16:creationId xmlns:a16="http://schemas.microsoft.com/office/drawing/2014/main" id="{C50FCE33-355A-C499-5F49-B0647576CAD7}"/>
              </a:ext>
            </a:extLst>
          </p:cNvPr>
          <p:cNvSpPr txBox="1"/>
          <p:nvPr/>
        </p:nvSpPr>
        <p:spPr>
          <a:xfrm>
            <a:off x="5845083" y="1056161"/>
            <a:ext cx="711645" cy="23833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700" b="1" dirty="0">
                <a:solidFill>
                  <a:schemeClr val="bg1"/>
                </a:solidFill>
                <a:latin typeface="Aptos" panose="020B0004020202020204" pitchFamily="34" charset="0"/>
              </a:rPr>
              <a:t>SKU Name</a:t>
            </a:r>
          </a:p>
        </p:txBody>
      </p:sp>
      <p:sp>
        <p:nvSpPr>
          <p:cNvPr id="4108" name="TextBox 4107">
            <a:extLst>
              <a:ext uri="{FF2B5EF4-FFF2-40B4-BE49-F238E27FC236}">
                <a16:creationId xmlns:a16="http://schemas.microsoft.com/office/drawing/2014/main" id="{BBA6DC94-A23F-8B40-D3C6-F041582F3B5B}"/>
              </a:ext>
            </a:extLst>
          </p:cNvPr>
          <p:cNvSpPr txBox="1"/>
          <p:nvPr/>
        </p:nvSpPr>
        <p:spPr>
          <a:xfrm>
            <a:off x="6953813" y="1042082"/>
            <a:ext cx="558999" cy="23833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700" b="1" dirty="0">
                <a:solidFill>
                  <a:schemeClr val="bg1"/>
                </a:solidFill>
                <a:latin typeface="Aptos" panose="020B0004020202020204" pitchFamily="34" charset="0"/>
              </a:rPr>
              <a:t>Remarks</a:t>
            </a:r>
          </a:p>
        </p:txBody>
      </p:sp>
      <p:pic>
        <p:nvPicPr>
          <p:cNvPr id="4111" name="Picture 4110">
            <a:extLst>
              <a:ext uri="{FF2B5EF4-FFF2-40B4-BE49-F238E27FC236}">
                <a16:creationId xmlns:a16="http://schemas.microsoft.com/office/drawing/2014/main" id="{7BF4A964-EDE8-73C1-4B6B-1C057481683C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574412" y="2399385"/>
            <a:ext cx="872588" cy="3436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79844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標題 4">
            <a:extLst>
              <a:ext uri="{FF2B5EF4-FFF2-40B4-BE49-F238E27FC236}">
                <a16:creationId xmlns:a16="http://schemas.microsoft.com/office/drawing/2014/main" id="{A14224FF-98D1-A067-60B1-385FF161EDF3}"/>
              </a:ext>
            </a:extLst>
          </p:cNvPr>
          <p:cNvSpPr>
            <a:spLocks noGrp="1"/>
          </p:cNvSpPr>
          <p:nvPr>
            <p:ph type="title"/>
          </p:nvPr>
        </p:nvSpPr>
        <p:spPr>
          <a:effectLst>
            <a:outerShdw blurRad="50800" dist="38100" dir="2700000" sx="58000" sy="58000" algn="tl" rotWithShape="0">
              <a:prstClr val="black">
                <a:alpha val="59000"/>
              </a:prstClr>
            </a:outerShdw>
          </a:effectLst>
        </p:spPr>
        <p:txBody>
          <a:bodyPr/>
          <a:lstStyle/>
          <a:p>
            <a:r>
              <a:rPr lang="en-US" altLang="zh-TW" dirty="0"/>
              <a:t>Thank You!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02366554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Default Design">
  <a:themeElements>
    <a:clrScheme name="Default Design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Default Design">
      <a:majorFont>
        <a:latin typeface="Arial"/>
        <a:ea typeface="新細明體"/>
        <a:cs typeface=""/>
      </a:majorFont>
      <a:minorFont>
        <a:latin typeface="Arial"/>
        <a:ea typeface="新細明體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zh-TW" alt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  <a:ea typeface="新細明體" charset="-12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zh-TW" alt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  <a:ea typeface="新細明體" charset="-120"/>
          </a:defRPr>
        </a:defPPr>
      </a:lstStyle>
    </a:lnDef>
  </a:objectDefaults>
  <a:extraClrSchemeLst>
    <a:extraClrScheme>
      <a:clrScheme name="Default Design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Office 佈景主題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佈景主題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322476564D0044C9E979BAAE6D5B9F5" ma:contentTypeVersion="7" ma:contentTypeDescription="Create a new document." ma:contentTypeScope="" ma:versionID="b802173bc230f32df7e86177258b4ad2">
  <xsd:schema xmlns:xsd="http://www.w3.org/2001/XMLSchema" xmlns:xs="http://www.w3.org/2001/XMLSchema" xmlns:p="http://schemas.microsoft.com/office/2006/metadata/properties" xmlns:ns2="a849e401-53aa-46c7-8af2-60524ff5a26b" targetNamespace="http://schemas.microsoft.com/office/2006/metadata/properties" ma:root="true" ma:fieldsID="0fecd2f072fcafc5bc7110025b665fa5" ns2:_="">
    <xsd:import namespace="a849e401-53aa-46c7-8af2-60524ff5a26b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DateTaken" minOccurs="0"/>
                <xsd:element ref="ns2:MediaServiceAutoTags" minOccurs="0"/>
                <xsd:element ref="ns2:MediaServiceGenerationTime" minOccurs="0"/>
                <xsd:element ref="ns2:MediaServiceEventHashCode" minOccurs="0"/>
                <xsd:element ref="ns2:MediaServiceOCR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849e401-53aa-46c7-8af2-60524ff5a26b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0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1" nillable="true" ma:displayName="Tags" ma:internalName="MediaServiceAutoTags" ma:readOnly="true">
      <xsd:simpleType>
        <xsd:restriction base="dms:Text"/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F172E048-6D95-4F4A-AAC2-23061DD5CB1A}">
  <ds:schemaRefs>
    <ds:schemaRef ds:uri="http://purl.org/dc/terms/"/>
    <ds:schemaRef ds:uri="http://www.w3.org/XML/1998/namespace"/>
    <ds:schemaRef ds:uri="a849e401-53aa-46c7-8af2-60524ff5a26b"/>
    <ds:schemaRef ds:uri="http://schemas.openxmlformats.org/package/2006/metadata/core-properties"/>
    <ds:schemaRef ds:uri="http://schemas.microsoft.com/office/2006/documentManagement/types"/>
    <ds:schemaRef ds:uri="http://purl.org/dc/elements/1.1/"/>
    <ds:schemaRef ds:uri="http://purl.org/dc/dcmitype/"/>
    <ds:schemaRef ds:uri="http://schemas.microsoft.com/office/infopath/2007/PartnerControls"/>
    <ds:schemaRef ds:uri="http://schemas.microsoft.com/office/2006/metadata/properties"/>
  </ds:schemaRefs>
</ds:datastoreItem>
</file>

<file path=customXml/itemProps2.xml><?xml version="1.0" encoding="utf-8"?>
<ds:datastoreItem xmlns:ds="http://schemas.openxmlformats.org/officeDocument/2006/customXml" ds:itemID="{9374B7CF-A9DD-4470-A62A-37237BE09179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a849e401-53aa-46c7-8af2-60524ff5a26b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CCCE4332-1872-48DE-A9C7-55051CD3021B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372424</TotalTime>
  <Words>376</Words>
  <Application>Microsoft Office PowerPoint</Application>
  <PresentationFormat>On-screen Show (16:9)</PresentationFormat>
  <Paragraphs>78</Paragraphs>
  <Slides>3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8" baseType="lpstr">
      <vt:lpstr>微軟正黑體</vt:lpstr>
      <vt:lpstr>Aptos</vt:lpstr>
      <vt:lpstr>Arial</vt:lpstr>
      <vt:lpstr>Arial Black</vt:lpstr>
      <vt:lpstr>Default Design</vt:lpstr>
      <vt:lpstr>Yearly Achievement Report 2026</vt:lpstr>
      <vt:lpstr>PowerPoint Presentation</vt:lpstr>
      <vt:lpstr>Thank You!</vt:lpstr>
    </vt:vector>
  </TitlesOfParts>
  <Company>pica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Perry</dc:creator>
  <cp:lastModifiedBy>ALBAN BRIAN GABRIEL ADEVA/WIH/Wistron</cp:lastModifiedBy>
  <cp:revision>1193</cp:revision>
  <dcterms:created xsi:type="dcterms:W3CDTF">2008-08-07T15:44:20Z</dcterms:created>
  <dcterms:modified xsi:type="dcterms:W3CDTF">2026-10-03T07:28:29Z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0x0101007322476564D0044C9E979BAAE6D5B9F5</vt:lpwstr>
  </property>
</Properties>
</file>