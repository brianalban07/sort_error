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1203" r:id="rId5"/>
    <p:sldId id="2147376620" r:id="rId6"/>
    <p:sldId id="2147376621" r:id="rId7"/>
    <p:sldId id="2147376614" r:id="rId8"/>
    <p:sldId id="2147376617" r:id="rId9"/>
    <p:sldId id="285" r:id="rId10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B3060"/>
    <a:srgbClr val="163B81"/>
    <a:srgbClr val="0089D9"/>
    <a:srgbClr val="01337A"/>
    <a:srgbClr val="263D72"/>
    <a:srgbClr val="05317E"/>
    <a:srgbClr val="3A4E93"/>
    <a:srgbClr val="0386BE"/>
    <a:srgbClr val="55BE37"/>
    <a:srgbClr val="132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903" autoAdjust="0"/>
  </p:normalViewPr>
  <p:slideViewPr>
    <p:cSldViewPr>
      <p:cViewPr varScale="1">
        <p:scale>
          <a:sx n="81" d="100"/>
          <a:sy n="81" d="100"/>
        </p:scale>
        <p:origin x="156" y="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4504" y="23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AF85DFC1-A479-4D08-9122-DC0D7286DB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2968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C064BA9D-2804-4B04-94BC-96EB664698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5419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64BA9D-2804-4B04-94BC-96EB66469833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615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64BA9D-2804-4B04-94BC-96EB66469833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5912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64BA9D-2804-4B04-94BC-96EB66469833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6192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64BA9D-2804-4B04-94BC-96EB66469833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66493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167" y="-18000"/>
            <a:ext cx="9178333" cy="5167801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5366A66-D756-4C3E-9C11-C0811D1358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3549" y="1733550"/>
            <a:ext cx="7560966" cy="988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572" tIns="50786" rIns="101572" bIns="50786" anchor="ctr"/>
          <a:lstStyle>
            <a:lvl1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1pPr>
            <a:lvl2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2pPr>
            <a:lvl3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3pPr>
            <a:lvl4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4pPr>
            <a:lvl5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9pPr>
          </a:lstStyle>
          <a:p>
            <a:pPr algn="l">
              <a:lnSpc>
                <a:spcPct val="115000"/>
              </a:lnSpc>
            </a:pPr>
            <a:endParaRPr lang="en-US" altLang="en-US" sz="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文鼎粗黑" pitchFamily="49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62805"/>
      </p:ext>
    </p:extLst>
  </p:cSld>
  <p:clrMapOvr>
    <a:masterClrMapping/>
  </p:clrMapOvr>
  <p:transition spd="slow"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1200151"/>
            <a:ext cx="8229600" cy="3394472"/>
          </a:xfr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685800" y="233161"/>
            <a:ext cx="8229600" cy="58477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763000" y="4857750"/>
            <a:ext cx="533400" cy="28575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A6790E0-BEF4-4832-A75A-9EE1100ED3A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94283135"/>
      </p:ext>
    </p:extLst>
  </p:cSld>
  <p:clrMapOvr>
    <a:masterClrMapping/>
  </p:clrMapOvr>
  <p:transition spd="slow"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6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66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33161"/>
            <a:ext cx="7848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TW" dirty="0"/>
              <a:t>Click to edit Master title style 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4941"/>
            <a:ext cx="7848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29717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4869180"/>
            <a:ext cx="685800" cy="21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3AB1FE89-9AA8-4D5B-B63B-2A1E06624653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pic>
        <p:nvPicPr>
          <p:cNvPr id="3" name="圖片 2" descr="一張含有 文字, 名片, 信封 的圖片&#10;&#10;自動產生的描述">
            <a:extLst>
              <a:ext uri="{FF2B5EF4-FFF2-40B4-BE49-F238E27FC236}">
                <a16:creationId xmlns:a16="http://schemas.microsoft.com/office/drawing/2014/main" id="{7EDA0686-D766-8B0F-77B2-57E271CE150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2" y="361951"/>
            <a:ext cx="317215" cy="3348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B0AD7FC-C96C-1131-6E73-A54EDCF8E67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600" y="4642498"/>
            <a:ext cx="9169200" cy="5182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9" r:id="rId3"/>
    <p:sldLayoutId id="2147483901" r:id="rId4"/>
    <p:sldLayoutId id="2147483902" r:id="rId5"/>
  </p:sldLayoutIdLst>
  <p:transition spd="slow">
    <p:zoom dir="in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4D4D4D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4669"/>
            <a:ext cx="8316310" cy="2527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Yearly Achievement Report 2026</a:t>
            </a:r>
            <a:endParaRPr lang="en-US" sz="4000" b="1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B0BD2AF-17F7-F972-4342-2B931304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033" y="2672102"/>
            <a:ext cx="4276133" cy="1032709"/>
          </a:xfrm>
        </p:spPr>
        <p:txBody>
          <a:bodyPr/>
          <a:lstStyle/>
          <a:p>
            <a:r>
              <a:rPr lang="en-US" altLang="zh-TW" dirty="0"/>
              <a:t>Presenter’s Name : Brian Gabriel Alban</a:t>
            </a:r>
          </a:p>
          <a:p>
            <a:r>
              <a:rPr lang="en-US" altLang="zh-TW" dirty="0"/>
              <a:t>Presenter’s Dept.: EDT220</a:t>
            </a:r>
          </a:p>
          <a:p>
            <a:r>
              <a:rPr lang="en-US" altLang="zh-TW" dirty="0"/>
              <a:t>2026/10/06</a:t>
            </a:r>
          </a:p>
        </p:txBody>
      </p:sp>
    </p:spTree>
    <p:extLst>
      <p:ext uri="{BB962C8B-B14F-4D97-AF65-F5344CB8AC3E}">
        <p14:creationId xmlns:p14="http://schemas.microsoft.com/office/powerpoint/2010/main" val="173253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1C88-58E1-A81A-D3E8-1133E25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826" y="4916313"/>
            <a:ext cx="690026" cy="218368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94DA981-634C-AF39-090D-4910788C7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64"/>
          <a:stretch/>
        </p:blipFill>
        <p:spPr bwMode="auto">
          <a:xfrm>
            <a:off x="-4647" y="8819"/>
            <a:ext cx="9139238" cy="81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418000-6887-9556-480F-5D31BB6D85D8}"/>
              </a:ext>
            </a:extLst>
          </p:cNvPr>
          <p:cNvGrpSpPr/>
          <p:nvPr/>
        </p:nvGrpSpPr>
        <p:grpSpPr>
          <a:xfrm>
            <a:off x="0" y="7939"/>
            <a:ext cx="9144000" cy="4621212"/>
            <a:chOff x="0" y="7939"/>
            <a:chExt cx="9144000" cy="4621212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C9AB1B32-1D70-1B79-9067-433ED2FB8F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848"/>
            <a:stretch/>
          </p:blipFill>
          <p:spPr bwMode="auto">
            <a:xfrm>
              <a:off x="0" y="7939"/>
              <a:ext cx="9144000" cy="4621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F415A2E-3402-BBB6-6EE0-9AA5A058FE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99" y="7939"/>
              <a:ext cx="3657600" cy="384048"/>
            </a:xfrm>
            <a:prstGeom prst="rect">
              <a:avLst/>
            </a:prstGeom>
          </p:spPr>
        </p:pic>
      </p:grpSp>
      <p:sp>
        <p:nvSpPr>
          <p:cNvPr id="7" name="標題 2">
            <a:extLst>
              <a:ext uri="{FF2B5EF4-FFF2-40B4-BE49-F238E27FC236}">
                <a16:creationId xmlns:a16="http://schemas.microsoft.com/office/drawing/2014/main" id="{A2FF5FAC-CE39-4012-E1E1-645BD5D60E36}"/>
              </a:ext>
            </a:extLst>
          </p:cNvPr>
          <p:cNvSpPr txBox="1">
            <a:spLocks/>
          </p:cNvSpPr>
          <p:nvPr/>
        </p:nvSpPr>
        <p:spPr>
          <a:xfrm>
            <a:off x="533400" y="102504"/>
            <a:ext cx="8306306" cy="377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B3060"/>
                </a:solidFill>
                <a:latin typeface="Arial Black" panose="020B0A04020102020204" pitchFamily="34" charset="0"/>
              </a:rPr>
              <a:t>Documentation</a:t>
            </a:r>
            <a:endParaRPr lang="zh-TW" altLang="en-US" dirty="0">
              <a:solidFill>
                <a:srgbClr val="0B3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6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1C88-58E1-A81A-D3E8-1133E25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826" y="4916313"/>
            <a:ext cx="690026" cy="218368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94DA981-634C-AF39-090D-4910788C7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64"/>
          <a:stretch/>
        </p:blipFill>
        <p:spPr bwMode="auto">
          <a:xfrm>
            <a:off x="-4647" y="8819"/>
            <a:ext cx="9139238" cy="81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4A3624-3C58-EC6C-BD99-4967C62FFBC0}"/>
              </a:ext>
            </a:extLst>
          </p:cNvPr>
          <p:cNvGrpSpPr/>
          <p:nvPr/>
        </p:nvGrpSpPr>
        <p:grpSpPr>
          <a:xfrm>
            <a:off x="0" y="3175"/>
            <a:ext cx="9144000" cy="4549775"/>
            <a:chOff x="0" y="3175"/>
            <a:chExt cx="9144000" cy="4549775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A1D325AB-6053-50B6-1E02-B9077B3114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434"/>
            <a:stretch/>
          </p:blipFill>
          <p:spPr bwMode="auto">
            <a:xfrm>
              <a:off x="0" y="3175"/>
              <a:ext cx="9144000" cy="4549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04E6D0-48D2-A19B-840D-912C88D70B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99" y="18288"/>
              <a:ext cx="5486400" cy="466344"/>
            </a:xfrm>
            <a:prstGeom prst="rect">
              <a:avLst/>
            </a:prstGeom>
          </p:spPr>
        </p:pic>
      </p:grpSp>
      <p:sp>
        <p:nvSpPr>
          <p:cNvPr id="6" name="標題 2">
            <a:extLst>
              <a:ext uri="{FF2B5EF4-FFF2-40B4-BE49-F238E27FC236}">
                <a16:creationId xmlns:a16="http://schemas.microsoft.com/office/drawing/2014/main" id="{6F763392-3F05-D0F4-8EF1-A742713DDDD3}"/>
              </a:ext>
            </a:extLst>
          </p:cNvPr>
          <p:cNvSpPr txBox="1">
            <a:spLocks/>
          </p:cNvSpPr>
          <p:nvPr/>
        </p:nvSpPr>
        <p:spPr>
          <a:xfrm>
            <a:off x="533400" y="102504"/>
            <a:ext cx="8306306" cy="377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B3060"/>
                </a:solidFill>
                <a:latin typeface="Arial Black" panose="020B0A04020102020204" pitchFamily="34" charset="0"/>
              </a:rPr>
              <a:t>Test Validation Support</a:t>
            </a:r>
            <a:endParaRPr lang="zh-TW" altLang="en-US" dirty="0">
              <a:solidFill>
                <a:srgbClr val="0B3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62D410-ADED-3D8A-CEAD-75B5AC1AA9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64"/>
          <a:stretch/>
        </p:blipFill>
        <p:spPr bwMode="auto">
          <a:xfrm>
            <a:off x="-4647" y="8819"/>
            <a:ext cx="9139238" cy="81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1DA626-2416-995F-1D61-C288C257D0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477" r="1638" b="7031"/>
          <a:stretch/>
        </p:blipFill>
        <p:spPr>
          <a:xfrm>
            <a:off x="2727" y="590550"/>
            <a:ext cx="8988873" cy="4191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1C88-58E1-A81A-D3E8-1133E25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2400" y="4873168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15DA3-652B-9143-442A-2CD057FFA3A3}"/>
              </a:ext>
            </a:extLst>
          </p:cNvPr>
          <p:cNvSpPr txBox="1"/>
          <p:nvPr/>
        </p:nvSpPr>
        <p:spPr>
          <a:xfrm>
            <a:off x="228600" y="1352550"/>
            <a:ext cx="2206104" cy="136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RN_Repair.sh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Auto_Flash_PCIe_FW_local_vm.sh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PG548_Flash_FRU.sh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water_flow_check.sh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model_get.sh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get_sfcs_GETNVFRU2.sh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control_pg548.sh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rgbClr val="263D72"/>
                </a:solidFill>
              </a:rPr>
              <a:t>cable_check.sh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3417F8-FF89-94E7-96FD-789312EAADF8}"/>
              </a:ext>
            </a:extLst>
          </p:cNvPr>
          <p:cNvSpPr txBox="1"/>
          <p:nvPr/>
        </p:nvSpPr>
        <p:spPr>
          <a:xfrm>
            <a:off x="1143000" y="2611219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133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07E559-D555-5BFE-C789-0803F42B0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47"/>
          <a:stretch/>
        </p:blipFill>
        <p:spPr>
          <a:xfrm>
            <a:off x="5486400" y="3333750"/>
            <a:ext cx="3352800" cy="1371600"/>
          </a:xfrm>
          <a:prstGeom prst="rect">
            <a:avLst/>
          </a:prstGeom>
          <a:ln>
            <a:solidFill>
              <a:srgbClr val="0089D9"/>
            </a:solidFill>
          </a:ln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6154D06-99C6-91BC-2DCF-CE3F40509210}"/>
              </a:ext>
            </a:extLst>
          </p:cNvPr>
          <p:cNvSpPr txBox="1">
            <a:spLocks/>
          </p:cNvSpPr>
          <p:nvPr/>
        </p:nvSpPr>
        <p:spPr>
          <a:xfrm>
            <a:off x="533400" y="102504"/>
            <a:ext cx="8306306" cy="377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B3060"/>
                </a:solidFill>
                <a:latin typeface="Arial Black" panose="020B0A04020102020204" pitchFamily="34" charset="0"/>
              </a:rPr>
              <a:t>Major Contribution</a:t>
            </a:r>
            <a:endParaRPr lang="zh-TW" altLang="en-US" dirty="0">
              <a:solidFill>
                <a:srgbClr val="0B306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2AAD8-CA2D-CC09-87CD-B948A90E6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462" b="90000" l="5505" r="99083">
                        <a14:foregroundMark x1="94495" y1="51538" x2="94495" y2="51538"/>
                        <a14:foregroundMark x1="55046" y1="8462" x2="55046" y2="8462"/>
                        <a14:foregroundMark x1="55046" y1="90000" x2="55046" y2="90000"/>
                        <a14:foregroundMark x1="10092" y1="51538" x2="10092" y2="51538"/>
                        <a14:foregroundMark x1="11927" y1="40000" x2="11927" y2="40000"/>
                        <a14:foregroundMark x1="6422" y1="30000" x2="6422" y2="30000"/>
                        <a14:foregroundMark x1="99083" y1="46154" x2="99083" y2="46154"/>
                        <a14:foregroundMark x1="11927" y1="67692" x2="11927" y2="67692"/>
                        <a14:foregroundMark x1="9174" y1="69231" x2="9174" y2="69231"/>
                        <a14:backgroundMark x1="81651" y1="73846" x2="81651" y2="738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7800" y="3714750"/>
            <a:ext cx="383344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3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1C88-58E1-A81A-D3E8-1133E25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2826" y="4916313"/>
            <a:ext cx="690026" cy="218368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94DA981-634C-AF39-090D-4910788C7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64"/>
          <a:stretch/>
        </p:blipFill>
        <p:spPr bwMode="auto">
          <a:xfrm>
            <a:off x="-4647" y="8819"/>
            <a:ext cx="9139238" cy="81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ADC2064-EBB9-C5BD-9D5A-8CF2AA2C46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" b="11434"/>
          <a:stretch/>
        </p:blipFill>
        <p:spPr bwMode="auto">
          <a:xfrm>
            <a:off x="0" y="3175"/>
            <a:ext cx="9134591" cy="454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7E221D-AB7A-80AF-22A5-0A44E4985C11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5720"/>
            <a:ext cx="3657600" cy="384048"/>
          </a:xfrm>
          <a:prstGeom prst="rect">
            <a:avLst/>
          </a:prstGeom>
        </p:spPr>
      </p:pic>
      <p:sp>
        <p:nvSpPr>
          <p:cNvPr id="6" name="標題 2">
            <a:extLst>
              <a:ext uri="{FF2B5EF4-FFF2-40B4-BE49-F238E27FC236}">
                <a16:creationId xmlns:a16="http://schemas.microsoft.com/office/drawing/2014/main" id="{A697A21D-18F7-D1B8-D9ED-C67C1CB38EF2}"/>
              </a:ext>
            </a:extLst>
          </p:cNvPr>
          <p:cNvSpPr txBox="1">
            <a:spLocks/>
          </p:cNvSpPr>
          <p:nvPr/>
        </p:nvSpPr>
        <p:spPr>
          <a:xfrm>
            <a:off x="533400" y="102504"/>
            <a:ext cx="8306306" cy="3773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B3060"/>
                </a:solidFill>
                <a:latin typeface="Arial Black" panose="020B0A04020102020204" pitchFamily="34" charset="0"/>
              </a:rPr>
              <a:t>Other Activities</a:t>
            </a:r>
            <a:endParaRPr lang="zh-TW" altLang="en-US" dirty="0">
              <a:solidFill>
                <a:srgbClr val="0B3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24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14224FF-98D1-A067-60B1-385FF16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sx="58000" sy="58000" algn="tl" rotWithShape="0">
              <a:prstClr val="black">
                <a:alpha val="59000"/>
              </a:prstClr>
            </a:outerShdw>
          </a:effectLst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3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22476564D0044C9E979BAAE6D5B9F5" ma:contentTypeVersion="7" ma:contentTypeDescription="Create a new document." ma:contentTypeScope="" ma:versionID="b802173bc230f32df7e86177258b4ad2">
  <xsd:schema xmlns:xsd="http://www.w3.org/2001/XMLSchema" xmlns:xs="http://www.w3.org/2001/XMLSchema" xmlns:p="http://schemas.microsoft.com/office/2006/metadata/properties" xmlns:ns2="a849e401-53aa-46c7-8af2-60524ff5a26b" targetNamespace="http://schemas.microsoft.com/office/2006/metadata/properties" ma:root="true" ma:fieldsID="0fecd2f072fcafc5bc7110025b665fa5" ns2:_="">
    <xsd:import namespace="a849e401-53aa-46c7-8af2-60524ff5a2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9e401-53aa-46c7-8af2-60524ff5a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72E048-6D95-4F4A-AAC2-23061DD5CB1A}">
  <ds:schemaRefs>
    <ds:schemaRef ds:uri="http://purl.org/dc/terms/"/>
    <ds:schemaRef ds:uri="http://www.w3.org/XML/1998/namespace"/>
    <ds:schemaRef ds:uri="a849e401-53aa-46c7-8af2-60524ff5a26b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CCE4332-1872-48DE-A9C7-55051CD302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74B7CF-A9DD-4470-A62A-37237BE091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49e401-53aa-46c7-8af2-60524ff5a2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372566</TotalTime>
  <Words>89</Words>
  <Application>Microsoft Office PowerPoint</Application>
  <PresentationFormat>On-screen Show (16:9)</PresentationFormat>
  <Paragraphs>26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Aptos</vt:lpstr>
      <vt:lpstr>Arial</vt:lpstr>
      <vt:lpstr>Arial Black</vt:lpstr>
      <vt:lpstr>Default Design</vt:lpstr>
      <vt:lpstr>Yearly Achievement Report 2026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pica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Perry</dc:creator>
  <cp:lastModifiedBy>ALBAN BRIAN GABRIEL ADEVA/WIH/Wistron</cp:lastModifiedBy>
  <cp:revision>1198</cp:revision>
  <dcterms:created xsi:type="dcterms:W3CDTF">2008-08-07T15:44:20Z</dcterms:created>
  <dcterms:modified xsi:type="dcterms:W3CDTF">2026-10-06T06:52:32Z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0x0101007322476564D0044C9E979BAAE6D5B9F5</vt:lpwstr>
  </property>
</Properties>
</file>